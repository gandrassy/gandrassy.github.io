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3.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eehive">
    <p:spTree>
      <p:nvGrpSpPr>
        <p:cNvPr id="1" name=""/>
        <p:cNvGrpSpPr/>
        <p:nvPr/>
      </p:nvGrpSpPr>
      <p:grpSpPr>
        <a:xfrm>
          <a:off x="0" y="0"/>
          <a:ext cx="0" cy="0"/>
          <a:chOff x="0" y="0"/>
          <a:chExt cx="0" cy="0"/>
        </a:xfrm>
      </p:grpSpPr>
      <p:grpSp>
        <p:nvGrpSpPr>
          <p:cNvPr id="0" name=""/>
          <p:cNvGrpSpPr/>
          <p:nvPr/>
        </p:nvGrpSpPr>
        <p:grpSpPr>
          <a:xfrm>
            <a:off x="-414000" y="-522000"/>
            <a:ext cx="10889640" cy="1781640"/>
            <a:chOff x="-414000" y="-522000"/>
            <a:chExt cx="10889640" cy="1781640"/>
          </a:xfrm>
        </p:grpSpPr>
        <p:sp>
          <p:nvSpPr>
            <p:cNvPr id="1" name=""/>
            <p:cNvSpPr/>
            <p:nvPr/>
          </p:nvSpPr>
          <p:spPr>
            <a:xfrm>
              <a:off x="-414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 name=""/>
            <p:cNvSpPr/>
            <p:nvPr/>
          </p:nvSpPr>
          <p:spPr>
            <a:xfrm>
              <a:off x="288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 name=""/>
            <p:cNvSpPr/>
            <p:nvPr/>
          </p:nvSpPr>
          <p:spPr>
            <a:xfrm>
              <a:off x="990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 name=""/>
            <p:cNvSpPr/>
            <p:nvPr/>
          </p:nvSpPr>
          <p:spPr>
            <a:xfrm>
              <a:off x="1692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 name=""/>
            <p:cNvSpPr/>
            <p:nvPr/>
          </p:nvSpPr>
          <p:spPr>
            <a:xfrm>
              <a:off x="2394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 name=""/>
            <p:cNvSpPr/>
            <p:nvPr/>
          </p:nvSpPr>
          <p:spPr>
            <a:xfrm>
              <a:off x="3096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7" name=""/>
            <p:cNvSpPr/>
            <p:nvPr/>
          </p:nvSpPr>
          <p:spPr>
            <a:xfrm>
              <a:off x="3798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 name=""/>
            <p:cNvSpPr/>
            <p:nvPr/>
          </p:nvSpPr>
          <p:spPr>
            <a:xfrm>
              <a:off x="4500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 name=""/>
            <p:cNvSpPr/>
            <p:nvPr/>
          </p:nvSpPr>
          <p:spPr>
            <a:xfrm>
              <a:off x="5202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 name=""/>
            <p:cNvSpPr/>
            <p:nvPr/>
          </p:nvSpPr>
          <p:spPr>
            <a:xfrm>
              <a:off x="5904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 name=""/>
            <p:cNvSpPr/>
            <p:nvPr/>
          </p:nvSpPr>
          <p:spPr>
            <a:xfrm>
              <a:off x="6606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 name=""/>
            <p:cNvSpPr/>
            <p:nvPr/>
          </p:nvSpPr>
          <p:spPr>
            <a:xfrm>
              <a:off x="7308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 name=""/>
            <p:cNvSpPr/>
            <p:nvPr/>
          </p:nvSpPr>
          <p:spPr>
            <a:xfrm>
              <a:off x="8010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 name=""/>
            <p:cNvSpPr/>
            <p:nvPr/>
          </p:nvSpPr>
          <p:spPr>
            <a:xfrm>
              <a:off x="8712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5" name=""/>
            <p:cNvSpPr/>
            <p:nvPr/>
          </p:nvSpPr>
          <p:spPr>
            <a:xfrm>
              <a:off x="9414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 name=""/>
            <p:cNvSpPr/>
            <p:nvPr/>
          </p:nvSpPr>
          <p:spPr>
            <a:xfrm>
              <a:off x="-54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 name=""/>
            <p:cNvSpPr/>
            <p:nvPr/>
          </p:nvSpPr>
          <p:spPr>
            <a:xfrm>
              <a:off x="648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 name=""/>
            <p:cNvSpPr/>
            <p:nvPr/>
          </p:nvSpPr>
          <p:spPr>
            <a:xfrm>
              <a:off x="1350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9" name=""/>
            <p:cNvSpPr/>
            <p:nvPr/>
          </p:nvSpPr>
          <p:spPr>
            <a:xfrm>
              <a:off x="2052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 name=""/>
            <p:cNvSpPr/>
            <p:nvPr/>
          </p:nvSpPr>
          <p:spPr>
            <a:xfrm>
              <a:off x="2754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 name=""/>
            <p:cNvSpPr/>
            <p:nvPr/>
          </p:nvSpPr>
          <p:spPr>
            <a:xfrm>
              <a:off x="3456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2" name=""/>
            <p:cNvSpPr/>
            <p:nvPr/>
          </p:nvSpPr>
          <p:spPr>
            <a:xfrm>
              <a:off x="4158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3" name=""/>
            <p:cNvSpPr/>
            <p:nvPr/>
          </p:nvSpPr>
          <p:spPr>
            <a:xfrm>
              <a:off x="4860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 name=""/>
            <p:cNvSpPr/>
            <p:nvPr/>
          </p:nvSpPr>
          <p:spPr>
            <a:xfrm>
              <a:off x="5562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 name=""/>
            <p:cNvSpPr/>
            <p:nvPr/>
          </p:nvSpPr>
          <p:spPr>
            <a:xfrm>
              <a:off x="6264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6" name=""/>
            <p:cNvSpPr/>
            <p:nvPr/>
          </p:nvSpPr>
          <p:spPr>
            <a:xfrm>
              <a:off x="6966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7" name=""/>
            <p:cNvSpPr/>
            <p:nvPr/>
          </p:nvSpPr>
          <p:spPr>
            <a:xfrm>
              <a:off x="7668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8" name=""/>
            <p:cNvSpPr/>
            <p:nvPr/>
          </p:nvSpPr>
          <p:spPr>
            <a:xfrm>
              <a:off x="8370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29" name=""/>
            <p:cNvSpPr/>
            <p:nvPr/>
          </p:nvSpPr>
          <p:spPr>
            <a:xfrm>
              <a:off x="9072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0" name=""/>
            <p:cNvSpPr/>
            <p:nvPr/>
          </p:nvSpPr>
          <p:spPr>
            <a:xfrm>
              <a:off x="9774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1" name=""/>
            <p:cNvSpPr/>
            <p:nvPr/>
          </p:nvSpPr>
          <p:spPr>
            <a:xfrm>
              <a:off x="-414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2" name=""/>
            <p:cNvSpPr/>
            <p:nvPr/>
          </p:nvSpPr>
          <p:spPr>
            <a:xfrm>
              <a:off x="288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33" name=""/>
            <p:cNvSpPr/>
            <p:nvPr/>
          </p:nvSpPr>
          <p:spPr>
            <a:xfrm>
              <a:off x="990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4" name=""/>
            <p:cNvSpPr/>
            <p:nvPr/>
          </p:nvSpPr>
          <p:spPr>
            <a:xfrm>
              <a:off x="1692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5" name=""/>
            <p:cNvSpPr/>
            <p:nvPr/>
          </p:nvSpPr>
          <p:spPr>
            <a:xfrm>
              <a:off x="2394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6" name=""/>
            <p:cNvSpPr/>
            <p:nvPr/>
          </p:nvSpPr>
          <p:spPr>
            <a:xfrm>
              <a:off x="3096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7" name=""/>
            <p:cNvSpPr/>
            <p:nvPr/>
          </p:nvSpPr>
          <p:spPr>
            <a:xfrm>
              <a:off x="3798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8" name=""/>
            <p:cNvSpPr/>
            <p:nvPr/>
          </p:nvSpPr>
          <p:spPr>
            <a:xfrm>
              <a:off x="4500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39" name=""/>
            <p:cNvSpPr/>
            <p:nvPr/>
          </p:nvSpPr>
          <p:spPr>
            <a:xfrm>
              <a:off x="5202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0" name=""/>
            <p:cNvSpPr/>
            <p:nvPr/>
          </p:nvSpPr>
          <p:spPr>
            <a:xfrm>
              <a:off x="5904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1" name=""/>
            <p:cNvSpPr/>
            <p:nvPr/>
          </p:nvSpPr>
          <p:spPr>
            <a:xfrm>
              <a:off x="6606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2" name=""/>
            <p:cNvSpPr/>
            <p:nvPr/>
          </p:nvSpPr>
          <p:spPr>
            <a:xfrm>
              <a:off x="7308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3" name=""/>
            <p:cNvSpPr/>
            <p:nvPr/>
          </p:nvSpPr>
          <p:spPr>
            <a:xfrm>
              <a:off x="8010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4" name=""/>
            <p:cNvSpPr/>
            <p:nvPr/>
          </p:nvSpPr>
          <p:spPr>
            <a:xfrm>
              <a:off x="8712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5" name=""/>
            <p:cNvSpPr/>
            <p:nvPr/>
          </p:nvSpPr>
          <p:spPr>
            <a:xfrm>
              <a:off x="9414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grpSp>
      <p:grpSp>
        <p:nvGrpSpPr>
          <p:cNvPr id="46" name=""/>
          <p:cNvGrpSpPr/>
          <p:nvPr/>
        </p:nvGrpSpPr>
        <p:grpSpPr>
          <a:xfrm>
            <a:off x="-360360" y="4914000"/>
            <a:ext cx="10853640" cy="1241640"/>
            <a:chOff x="-360360" y="4914000"/>
            <a:chExt cx="10853640" cy="1241640"/>
          </a:xfrm>
        </p:grpSpPr>
        <p:sp>
          <p:nvSpPr>
            <p:cNvPr id="47" name=""/>
            <p:cNvSpPr/>
            <p:nvPr/>
          </p:nvSpPr>
          <p:spPr>
            <a:xfrm flipH="1">
              <a:off x="943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8" name=""/>
            <p:cNvSpPr/>
            <p:nvPr/>
          </p:nvSpPr>
          <p:spPr>
            <a:xfrm flipH="1">
              <a:off x="979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49" name=""/>
            <p:cNvSpPr/>
            <p:nvPr/>
          </p:nvSpPr>
          <p:spPr>
            <a:xfrm flipH="1">
              <a:off x="802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0" name=""/>
            <p:cNvSpPr/>
            <p:nvPr/>
          </p:nvSpPr>
          <p:spPr>
            <a:xfrm flipH="1">
              <a:off x="872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51" name=""/>
            <p:cNvSpPr/>
            <p:nvPr/>
          </p:nvSpPr>
          <p:spPr>
            <a:xfrm flipH="1">
              <a:off x="838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2" name=""/>
            <p:cNvSpPr/>
            <p:nvPr/>
          </p:nvSpPr>
          <p:spPr>
            <a:xfrm flipH="1">
              <a:off x="698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3" name=""/>
            <p:cNvSpPr/>
            <p:nvPr/>
          </p:nvSpPr>
          <p:spPr>
            <a:xfrm flipH="1">
              <a:off x="768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4" name=""/>
            <p:cNvSpPr/>
            <p:nvPr/>
          </p:nvSpPr>
          <p:spPr>
            <a:xfrm flipH="1">
              <a:off x="662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5" name=""/>
            <p:cNvSpPr/>
            <p:nvPr/>
          </p:nvSpPr>
          <p:spPr>
            <a:xfrm flipH="1">
              <a:off x="732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6" name=""/>
            <p:cNvSpPr/>
            <p:nvPr/>
          </p:nvSpPr>
          <p:spPr>
            <a:xfrm flipH="1">
              <a:off x="592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7" name=""/>
            <p:cNvSpPr/>
            <p:nvPr/>
          </p:nvSpPr>
          <p:spPr>
            <a:xfrm flipH="1">
              <a:off x="628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8" name=""/>
            <p:cNvSpPr/>
            <p:nvPr/>
          </p:nvSpPr>
          <p:spPr>
            <a:xfrm flipH="1">
              <a:off x="523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59" name=""/>
            <p:cNvSpPr/>
            <p:nvPr/>
          </p:nvSpPr>
          <p:spPr>
            <a:xfrm flipH="1">
              <a:off x="487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0" name=""/>
            <p:cNvSpPr/>
            <p:nvPr/>
          </p:nvSpPr>
          <p:spPr>
            <a:xfrm flipH="1">
              <a:off x="557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1" name=""/>
            <p:cNvSpPr/>
            <p:nvPr/>
          </p:nvSpPr>
          <p:spPr>
            <a:xfrm flipH="1">
              <a:off x="385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2" name=""/>
            <p:cNvSpPr/>
            <p:nvPr/>
          </p:nvSpPr>
          <p:spPr>
            <a:xfrm flipH="1">
              <a:off x="453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3" name=""/>
            <p:cNvSpPr/>
            <p:nvPr/>
          </p:nvSpPr>
          <p:spPr>
            <a:xfrm flipH="1">
              <a:off x="417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4" name=""/>
            <p:cNvSpPr/>
            <p:nvPr/>
          </p:nvSpPr>
          <p:spPr>
            <a:xfrm flipH="1">
              <a:off x="277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5" name=""/>
            <p:cNvSpPr/>
            <p:nvPr/>
          </p:nvSpPr>
          <p:spPr>
            <a:xfrm flipH="1">
              <a:off x="347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6" name=""/>
            <p:cNvSpPr/>
            <p:nvPr/>
          </p:nvSpPr>
          <p:spPr>
            <a:xfrm flipH="1">
              <a:off x="244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7" name=""/>
            <p:cNvSpPr/>
            <p:nvPr/>
          </p:nvSpPr>
          <p:spPr>
            <a:xfrm flipH="1">
              <a:off x="314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8" name=""/>
            <p:cNvSpPr/>
            <p:nvPr/>
          </p:nvSpPr>
          <p:spPr>
            <a:xfrm flipH="1">
              <a:off x="174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69" name=""/>
            <p:cNvSpPr/>
            <p:nvPr/>
          </p:nvSpPr>
          <p:spPr>
            <a:xfrm flipH="1">
              <a:off x="206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70" name=""/>
            <p:cNvSpPr/>
            <p:nvPr/>
          </p:nvSpPr>
          <p:spPr>
            <a:xfrm flipH="1">
              <a:off x="104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71" name=""/>
            <p:cNvSpPr/>
            <p:nvPr/>
          </p:nvSpPr>
          <p:spPr>
            <a:xfrm flipH="1">
              <a:off x="136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72" name=""/>
            <p:cNvSpPr/>
            <p:nvPr/>
          </p:nvSpPr>
          <p:spPr>
            <a:xfrm flipH="1">
              <a:off x="-3672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73" name=""/>
            <p:cNvSpPr/>
            <p:nvPr/>
          </p:nvSpPr>
          <p:spPr>
            <a:xfrm flipH="1">
              <a:off x="66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74" name=""/>
            <p:cNvSpPr/>
            <p:nvPr/>
          </p:nvSpPr>
          <p:spPr>
            <a:xfrm flipH="1">
              <a:off x="-360720" y="4914000"/>
              <a:ext cx="701640" cy="701640"/>
            </a:xfrm>
            <a:custGeom>
              <a:avLst/>
              <a:gdLst>
                <a:gd name="textAreaLeft" fmla="*/ -360 w 701640"/>
                <a:gd name="textAreaRight" fmla="*/ 70200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75" name=""/>
            <p:cNvSpPr/>
            <p:nvPr/>
          </p:nvSpPr>
          <p:spPr>
            <a:xfrm flipH="1">
              <a:off x="34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76" name=""/>
            <p:cNvSpPr/>
            <p:nvPr/>
          </p:nvSpPr>
          <p:spPr>
            <a:xfrm flipH="1">
              <a:off x="908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grpSp>
      <p:sp>
        <p:nvSpPr>
          <p:cNvPr id="77" name="PlaceHolder 1"/>
          <p:cNvSpPr>
            <a:spLocks noGrp="1"/>
          </p:cNvSpPr>
          <p:nvPr>
            <p:ph type="title"/>
          </p:nvPr>
        </p:nvSpPr>
        <p:spPr>
          <a:xfrm>
            <a:off x="504000" y="1915200"/>
            <a:ext cx="9071640" cy="1216440"/>
          </a:xfrm>
          <a:prstGeom prst="rect">
            <a:avLst/>
          </a:prstGeom>
          <a:noFill/>
          <a:ln w="0">
            <a:noFill/>
          </a:ln>
        </p:spPr>
        <p:txBody>
          <a:bodyPr lIns="0" rIns="0" tIns="0" bIns="0" anchor="ctr">
            <a:noAutofit/>
          </a:bodyPr>
          <a:p>
            <a:pPr indent="0" algn="ctr">
              <a:lnSpc>
                <a:spcPct val="100000"/>
              </a:lnSpc>
              <a:buNone/>
              <a:tabLst>
                <a:tab algn="l" pos="0"/>
              </a:tabLst>
            </a:pPr>
            <a:r>
              <a:rPr b="0" lang="hu-HU" sz="3300" strike="noStrike" u="none">
                <a:solidFill>
                  <a:srgbClr val="ffffff"/>
                </a:solidFill>
                <a:effectLst/>
                <a:uFillTx/>
                <a:latin typeface="Arial"/>
              </a:rPr>
              <a:t>Címszöveg formátumának szerkesztése</a:t>
            </a:r>
            <a:endParaRPr b="0" lang="hu-HU" sz="3300" strike="noStrike" u="none">
              <a:solidFill>
                <a:srgbClr val="ffffff"/>
              </a:solidFill>
              <a:effectLst/>
              <a:uFillTx/>
              <a:latin typeface="Arial"/>
            </a:endParaRPr>
          </a:p>
        </p:txBody>
      </p:sp>
      <p:sp>
        <p:nvSpPr>
          <p:cNvPr id="78" name="PlaceHolder 2"/>
          <p:cNvSpPr>
            <a:spLocks noGrp="1"/>
          </p:cNvSpPr>
          <p:nvPr>
            <p:ph type="body"/>
          </p:nvPr>
        </p:nvSpPr>
        <p:spPr>
          <a:xfrm>
            <a:off x="504000" y="3402000"/>
            <a:ext cx="9071640" cy="863640"/>
          </a:xfrm>
          <a:prstGeom prst="rect">
            <a:avLst/>
          </a:prstGeom>
          <a:noFill/>
          <a:ln w="0">
            <a:noFill/>
          </a:ln>
        </p:spPr>
        <p:txBody>
          <a:bodyPr lIns="0" rIns="0" tIns="0" bIns="0" anchor="t">
            <a:normAutofit fontScale="32500" lnSpcReduction="19999"/>
          </a:bodyPr>
          <a:p>
            <a:pPr marL="432000" indent="-324000">
              <a:lnSpc>
                <a:spcPct val="100000"/>
              </a:lnSpc>
              <a:spcAft>
                <a:spcPts val="1060"/>
              </a:spcAft>
              <a:buClr>
                <a:srgbClr val="ffffff"/>
              </a:buClr>
              <a:buSzPct val="45000"/>
              <a:buFont typeface="Wingdings" charset="2"/>
              <a:buChar char=""/>
            </a:pPr>
            <a:r>
              <a:rPr b="0" lang="hu-HU" sz="2400" strike="noStrike" u="none">
                <a:solidFill>
                  <a:srgbClr val="ffffff"/>
                </a:solidFill>
                <a:effectLst/>
                <a:uFillTx/>
                <a:latin typeface="Arial"/>
              </a:rPr>
              <a:t>Vázlatszöveg formátumának szerkesztése</a:t>
            </a:r>
            <a:endParaRPr b="0" lang="hu-HU" sz="2400" strike="noStrike" u="none">
              <a:solidFill>
                <a:srgbClr val="ffffff"/>
              </a:solidFill>
              <a:effectLst/>
              <a:uFillTx/>
              <a:latin typeface="Arial"/>
            </a:endParaRPr>
          </a:p>
          <a:p>
            <a:pPr lvl="1" marL="864000" indent="-324000">
              <a:lnSpc>
                <a:spcPct val="100000"/>
              </a:lnSpc>
              <a:spcAft>
                <a:spcPts val="850"/>
              </a:spcAft>
              <a:buClr>
                <a:srgbClr val="ffffff"/>
              </a:buClr>
              <a:buSzPct val="75000"/>
              <a:buFont typeface="Symbol" charset="2"/>
              <a:buChar char=""/>
            </a:pPr>
            <a:r>
              <a:rPr b="0" lang="hu-HU" sz="2100" strike="noStrike" u="none">
                <a:solidFill>
                  <a:srgbClr val="ffffff"/>
                </a:solidFill>
                <a:effectLst/>
                <a:uFillTx/>
                <a:latin typeface="Arial"/>
              </a:rPr>
              <a:t>Második vázlatszint</a:t>
            </a:r>
            <a:endParaRPr b="0" lang="hu-HU" sz="2100" strike="noStrike" u="none">
              <a:solidFill>
                <a:srgbClr val="ffffff"/>
              </a:solidFill>
              <a:effectLst/>
              <a:uFillTx/>
              <a:latin typeface="Arial"/>
            </a:endParaRPr>
          </a:p>
          <a:p>
            <a:pPr lvl="2" marL="1296000" indent="-288000">
              <a:lnSpc>
                <a:spcPct val="100000"/>
              </a:lnSpc>
              <a:spcAft>
                <a:spcPts val="635"/>
              </a:spcAft>
              <a:buClr>
                <a:srgbClr val="ffffff"/>
              </a:buClr>
              <a:buSzPct val="45000"/>
              <a:buFont typeface="Wingdings" charset="2"/>
              <a:buChar char=""/>
            </a:pPr>
            <a:r>
              <a:rPr b="0" lang="hu-HU" sz="1800" strike="noStrike" u="none">
                <a:solidFill>
                  <a:srgbClr val="ffffff"/>
                </a:solidFill>
                <a:effectLst/>
                <a:uFillTx/>
                <a:latin typeface="Arial"/>
              </a:rPr>
              <a:t>Harmadik vázlatszint</a:t>
            </a:r>
            <a:endParaRPr b="0" lang="hu-HU" sz="1800" strike="noStrike" u="none">
              <a:solidFill>
                <a:srgbClr val="ffffff"/>
              </a:solidFill>
              <a:effectLst/>
              <a:uFillTx/>
              <a:latin typeface="Arial"/>
            </a:endParaRPr>
          </a:p>
          <a:p>
            <a:pPr lvl="3" marL="1728000" indent="-216000">
              <a:lnSpc>
                <a:spcPct val="100000"/>
              </a:lnSpc>
              <a:spcAft>
                <a:spcPts val="422"/>
              </a:spcAft>
              <a:buClr>
                <a:srgbClr val="ffffff"/>
              </a:buClr>
              <a:buSzPct val="75000"/>
              <a:buFont typeface="Symbol" charset="2"/>
              <a:buChar char=""/>
            </a:pPr>
            <a:r>
              <a:rPr b="0" lang="hu-HU" sz="1500" strike="noStrike" u="none">
                <a:solidFill>
                  <a:srgbClr val="ffffff"/>
                </a:solidFill>
                <a:effectLst/>
                <a:uFillTx/>
                <a:latin typeface="Arial"/>
              </a:rPr>
              <a:t>Negyedik vázlatszint</a:t>
            </a:r>
            <a:endParaRPr b="0" lang="hu-HU" sz="1500" strike="noStrike" u="none">
              <a:solidFill>
                <a:srgbClr val="ffffff"/>
              </a:solidFill>
              <a:effectLst/>
              <a:uFillTx/>
              <a:latin typeface="Arial"/>
            </a:endParaRPr>
          </a:p>
          <a:p>
            <a:pPr lvl="4" marL="2160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Ötödik vázlatszint</a:t>
            </a:r>
            <a:endParaRPr b="0" lang="hu-HU" sz="1500" strike="noStrike" u="none">
              <a:solidFill>
                <a:srgbClr val="ffffff"/>
              </a:solidFill>
              <a:effectLst/>
              <a:uFillTx/>
              <a:latin typeface="Arial"/>
            </a:endParaRPr>
          </a:p>
          <a:p>
            <a:pPr lvl="5" marL="2592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Hatodik vázlatszint</a:t>
            </a:r>
            <a:endParaRPr b="0" lang="hu-HU" sz="1500" strike="noStrike" u="none">
              <a:solidFill>
                <a:srgbClr val="ffffff"/>
              </a:solidFill>
              <a:effectLst/>
              <a:uFillTx/>
              <a:latin typeface="Arial"/>
            </a:endParaRPr>
          </a:p>
          <a:p>
            <a:pPr lvl="6" marL="3024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Hetedik vázlatszint</a:t>
            </a:r>
            <a:endParaRPr b="0" lang="hu-HU" sz="1500" strike="noStrike" u="non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Alapértelmezett">
    <p:spTree>
      <p:nvGrpSpPr>
        <p:cNvPr id="1" name=""/>
        <p:cNvGrpSpPr/>
        <p:nvPr/>
      </p:nvGrpSpPr>
      <p:grpSpPr>
        <a:xfrm>
          <a:off x="0" y="0"/>
          <a:ext cx="0" cy="0"/>
          <a:chOff x="0" y="0"/>
          <a:chExt cx="0" cy="0"/>
        </a:xfrm>
      </p:grpSpPr>
      <p:grpSp>
        <p:nvGrpSpPr>
          <p:cNvPr id="79" name=""/>
          <p:cNvGrpSpPr/>
          <p:nvPr/>
        </p:nvGrpSpPr>
        <p:grpSpPr>
          <a:xfrm>
            <a:off x="-414000" y="-522000"/>
            <a:ext cx="10889640" cy="1781640"/>
            <a:chOff x="-414000" y="-522000"/>
            <a:chExt cx="10889640" cy="1781640"/>
          </a:xfrm>
        </p:grpSpPr>
        <p:sp>
          <p:nvSpPr>
            <p:cNvPr id="80" name=""/>
            <p:cNvSpPr/>
            <p:nvPr/>
          </p:nvSpPr>
          <p:spPr>
            <a:xfrm>
              <a:off x="-414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1" name=""/>
            <p:cNvSpPr/>
            <p:nvPr/>
          </p:nvSpPr>
          <p:spPr>
            <a:xfrm>
              <a:off x="288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2" name=""/>
            <p:cNvSpPr/>
            <p:nvPr/>
          </p:nvSpPr>
          <p:spPr>
            <a:xfrm>
              <a:off x="990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3" name=""/>
            <p:cNvSpPr/>
            <p:nvPr/>
          </p:nvSpPr>
          <p:spPr>
            <a:xfrm>
              <a:off x="1692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4" name=""/>
            <p:cNvSpPr/>
            <p:nvPr/>
          </p:nvSpPr>
          <p:spPr>
            <a:xfrm>
              <a:off x="2394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5" name=""/>
            <p:cNvSpPr/>
            <p:nvPr/>
          </p:nvSpPr>
          <p:spPr>
            <a:xfrm>
              <a:off x="3096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6" name=""/>
            <p:cNvSpPr/>
            <p:nvPr/>
          </p:nvSpPr>
          <p:spPr>
            <a:xfrm>
              <a:off x="3798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7" name=""/>
            <p:cNvSpPr/>
            <p:nvPr/>
          </p:nvSpPr>
          <p:spPr>
            <a:xfrm>
              <a:off x="4500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8" name=""/>
            <p:cNvSpPr/>
            <p:nvPr/>
          </p:nvSpPr>
          <p:spPr>
            <a:xfrm>
              <a:off x="5202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89" name=""/>
            <p:cNvSpPr/>
            <p:nvPr/>
          </p:nvSpPr>
          <p:spPr>
            <a:xfrm>
              <a:off x="5904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0" name=""/>
            <p:cNvSpPr/>
            <p:nvPr/>
          </p:nvSpPr>
          <p:spPr>
            <a:xfrm>
              <a:off x="6606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1" name=""/>
            <p:cNvSpPr/>
            <p:nvPr/>
          </p:nvSpPr>
          <p:spPr>
            <a:xfrm>
              <a:off x="7308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2" name=""/>
            <p:cNvSpPr/>
            <p:nvPr/>
          </p:nvSpPr>
          <p:spPr>
            <a:xfrm>
              <a:off x="8010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3" name=""/>
            <p:cNvSpPr/>
            <p:nvPr/>
          </p:nvSpPr>
          <p:spPr>
            <a:xfrm>
              <a:off x="8712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4" name=""/>
            <p:cNvSpPr/>
            <p:nvPr/>
          </p:nvSpPr>
          <p:spPr>
            <a:xfrm>
              <a:off x="9414000" y="-522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5" name=""/>
            <p:cNvSpPr/>
            <p:nvPr/>
          </p:nvSpPr>
          <p:spPr>
            <a:xfrm>
              <a:off x="-54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6" name=""/>
            <p:cNvSpPr/>
            <p:nvPr/>
          </p:nvSpPr>
          <p:spPr>
            <a:xfrm>
              <a:off x="648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7" name=""/>
            <p:cNvSpPr/>
            <p:nvPr/>
          </p:nvSpPr>
          <p:spPr>
            <a:xfrm>
              <a:off x="1350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8" name=""/>
            <p:cNvSpPr/>
            <p:nvPr/>
          </p:nvSpPr>
          <p:spPr>
            <a:xfrm>
              <a:off x="2052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99" name=""/>
            <p:cNvSpPr/>
            <p:nvPr/>
          </p:nvSpPr>
          <p:spPr>
            <a:xfrm>
              <a:off x="2754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0" name=""/>
            <p:cNvSpPr/>
            <p:nvPr/>
          </p:nvSpPr>
          <p:spPr>
            <a:xfrm>
              <a:off x="3456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1" name=""/>
            <p:cNvSpPr/>
            <p:nvPr/>
          </p:nvSpPr>
          <p:spPr>
            <a:xfrm>
              <a:off x="4158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2" name=""/>
            <p:cNvSpPr/>
            <p:nvPr/>
          </p:nvSpPr>
          <p:spPr>
            <a:xfrm>
              <a:off x="4860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3" name=""/>
            <p:cNvSpPr/>
            <p:nvPr/>
          </p:nvSpPr>
          <p:spPr>
            <a:xfrm>
              <a:off x="5562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4" name=""/>
            <p:cNvSpPr/>
            <p:nvPr/>
          </p:nvSpPr>
          <p:spPr>
            <a:xfrm>
              <a:off x="6264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5" name=""/>
            <p:cNvSpPr/>
            <p:nvPr/>
          </p:nvSpPr>
          <p:spPr>
            <a:xfrm>
              <a:off x="6966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6" name=""/>
            <p:cNvSpPr/>
            <p:nvPr/>
          </p:nvSpPr>
          <p:spPr>
            <a:xfrm>
              <a:off x="7668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7" name=""/>
            <p:cNvSpPr/>
            <p:nvPr/>
          </p:nvSpPr>
          <p:spPr>
            <a:xfrm>
              <a:off x="8370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108" name=""/>
            <p:cNvSpPr/>
            <p:nvPr/>
          </p:nvSpPr>
          <p:spPr>
            <a:xfrm>
              <a:off x="9072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09" name=""/>
            <p:cNvSpPr/>
            <p:nvPr/>
          </p:nvSpPr>
          <p:spPr>
            <a:xfrm>
              <a:off x="9774000" y="1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0" name=""/>
            <p:cNvSpPr/>
            <p:nvPr/>
          </p:nvSpPr>
          <p:spPr>
            <a:xfrm>
              <a:off x="-414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1" name=""/>
            <p:cNvSpPr/>
            <p:nvPr/>
          </p:nvSpPr>
          <p:spPr>
            <a:xfrm>
              <a:off x="288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112" name=""/>
            <p:cNvSpPr/>
            <p:nvPr/>
          </p:nvSpPr>
          <p:spPr>
            <a:xfrm>
              <a:off x="990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3" name=""/>
            <p:cNvSpPr/>
            <p:nvPr/>
          </p:nvSpPr>
          <p:spPr>
            <a:xfrm>
              <a:off x="1692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4" name=""/>
            <p:cNvSpPr/>
            <p:nvPr/>
          </p:nvSpPr>
          <p:spPr>
            <a:xfrm>
              <a:off x="2394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5" name=""/>
            <p:cNvSpPr/>
            <p:nvPr/>
          </p:nvSpPr>
          <p:spPr>
            <a:xfrm>
              <a:off x="3096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6" name=""/>
            <p:cNvSpPr/>
            <p:nvPr/>
          </p:nvSpPr>
          <p:spPr>
            <a:xfrm>
              <a:off x="3798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7" name=""/>
            <p:cNvSpPr/>
            <p:nvPr/>
          </p:nvSpPr>
          <p:spPr>
            <a:xfrm>
              <a:off x="4500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8" name=""/>
            <p:cNvSpPr/>
            <p:nvPr/>
          </p:nvSpPr>
          <p:spPr>
            <a:xfrm>
              <a:off x="5202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19" name=""/>
            <p:cNvSpPr/>
            <p:nvPr/>
          </p:nvSpPr>
          <p:spPr>
            <a:xfrm>
              <a:off x="5904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0" name=""/>
            <p:cNvSpPr/>
            <p:nvPr/>
          </p:nvSpPr>
          <p:spPr>
            <a:xfrm>
              <a:off x="6606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1" name=""/>
            <p:cNvSpPr/>
            <p:nvPr/>
          </p:nvSpPr>
          <p:spPr>
            <a:xfrm>
              <a:off x="7308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2" name=""/>
            <p:cNvSpPr/>
            <p:nvPr/>
          </p:nvSpPr>
          <p:spPr>
            <a:xfrm>
              <a:off x="8010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3" name=""/>
            <p:cNvSpPr/>
            <p:nvPr/>
          </p:nvSpPr>
          <p:spPr>
            <a:xfrm>
              <a:off x="8712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4" name=""/>
            <p:cNvSpPr/>
            <p:nvPr/>
          </p:nvSpPr>
          <p:spPr>
            <a:xfrm>
              <a:off x="9414000" y="558000"/>
              <a:ext cx="701640" cy="701640"/>
            </a:xfrm>
            <a:custGeom>
              <a:avLst/>
              <a:gdLst>
                <a:gd name="textAreaLeft" fmla="*/ 0 w 701640"/>
                <a:gd name="textAreaRight" fmla="*/ 70236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grpSp>
      <p:grpSp>
        <p:nvGrpSpPr>
          <p:cNvPr id="125" name=""/>
          <p:cNvGrpSpPr/>
          <p:nvPr/>
        </p:nvGrpSpPr>
        <p:grpSpPr>
          <a:xfrm>
            <a:off x="-360360" y="4914000"/>
            <a:ext cx="10853640" cy="1241640"/>
            <a:chOff x="-360360" y="4914000"/>
            <a:chExt cx="10853640" cy="1241640"/>
          </a:xfrm>
        </p:grpSpPr>
        <p:sp>
          <p:nvSpPr>
            <p:cNvPr id="126" name=""/>
            <p:cNvSpPr/>
            <p:nvPr/>
          </p:nvSpPr>
          <p:spPr>
            <a:xfrm flipH="1">
              <a:off x="943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7" name=""/>
            <p:cNvSpPr/>
            <p:nvPr/>
          </p:nvSpPr>
          <p:spPr>
            <a:xfrm flipH="1">
              <a:off x="979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8" name=""/>
            <p:cNvSpPr/>
            <p:nvPr/>
          </p:nvSpPr>
          <p:spPr>
            <a:xfrm flipH="1">
              <a:off x="802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29" name=""/>
            <p:cNvSpPr/>
            <p:nvPr/>
          </p:nvSpPr>
          <p:spPr>
            <a:xfrm flipH="1">
              <a:off x="872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130" name=""/>
            <p:cNvSpPr/>
            <p:nvPr/>
          </p:nvSpPr>
          <p:spPr>
            <a:xfrm flipH="1">
              <a:off x="838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1" name=""/>
            <p:cNvSpPr/>
            <p:nvPr/>
          </p:nvSpPr>
          <p:spPr>
            <a:xfrm flipH="1">
              <a:off x="698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2" name=""/>
            <p:cNvSpPr/>
            <p:nvPr/>
          </p:nvSpPr>
          <p:spPr>
            <a:xfrm flipH="1">
              <a:off x="768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3" name=""/>
            <p:cNvSpPr/>
            <p:nvPr/>
          </p:nvSpPr>
          <p:spPr>
            <a:xfrm flipH="1">
              <a:off x="662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4" name=""/>
            <p:cNvSpPr/>
            <p:nvPr/>
          </p:nvSpPr>
          <p:spPr>
            <a:xfrm flipH="1">
              <a:off x="732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5" name=""/>
            <p:cNvSpPr/>
            <p:nvPr/>
          </p:nvSpPr>
          <p:spPr>
            <a:xfrm flipH="1">
              <a:off x="592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6" name=""/>
            <p:cNvSpPr/>
            <p:nvPr/>
          </p:nvSpPr>
          <p:spPr>
            <a:xfrm flipH="1">
              <a:off x="628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7" name=""/>
            <p:cNvSpPr/>
            <p:nvPr/>
          </p:nvSpPr>
          <p:spPr>
            <a:xfrm flipH="1">
              <a:off x="523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8" name=""/>
            <p:cNvSpPr/>
            <p:nvPr/>
          </p:nvSpPr>
          <p:spPr>
            <a:xfrm flipH="1">
              <a:off x="487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39" name=""/>
            <p:cNvSpPr/>
            <p:nvPr/>
          </p:nvSpPr>
          <p:spPr>
            <a:xfrm flipH="1">
              <a:off x="557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0" name=""/>
            <p:cNvSpPr/>
            <p:nvPr/>
          </p:nvSpPr>
          <p:spPr>
            <a:xfrm flipH="1">
              <a:off x="385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1" name=""/>
            <p:cNvSpPr/>
            <p:nvPr/>
          </p:nvSpPr>
          <p:spPr>
            <a:xfrm flipH="1">
              <a:off x="453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2" name=""/>
            <p:cNvSpPr/>
            <p:nvPr/>
          </p:nvSpPr>
          <p:spPr>
            <a:xfrm flipH="1">
              <a:off x="417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3" name=""/>
            <p:cNvSpPr/>
            <p:nvPr/>
          </p:nvSpPr>
          <p:spPr>
            <a:xfrm flipH="1">
              <a:off x="277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4" name=""/>
            <p:cNvSpPr/>
            <p:nvPr/>
          </p:nvSpPr>
          <p:spPr>
            <a:xfrm flipH="1">
              <a:off x="347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5" name=""/>
            <p:cNvSpPr/>
            <p:nvPr/>
          </p:nvSpPr>
          <p:spPr>
            <a:xfrm flipH="1">
              <a:off x="244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6" name=""/>
            <p:cNvSpPr/>
            <p:nvPr/>
          </p:nvSpPr>
          <p:spPr>
            <a:xfrm flipH="1">
              <a:off x="314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7" name=""/>
            <p:cNvSpPr/>
            <p:nvPr/>
          </p:nvSpPr>
          <p:spPr>
            <a:xfrm flipH="1">
              <a:off x="174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8" name=""/>
            <p:cNvSpPr/>
            <p:nvPr/>
          </p:nvSpPr>
          <p:spPr>
            <a:xfrm flipH="1">
              <a:off x="206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49" name=""/>
            <p:cNvSpPr/>
            <p:nvPr/>
          </p:nvSpPr>
          <p:spPr>
            <a:xfrm flipH="1">
              <a:off x="104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50" name=""/>
            <p:cNvSpPr/>
            <p:nvPr/>
          </p:nvSpPr>
          <p:spPr>
            <a:xfrm flipH="1">
              <a:off x="136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51" name=""/>
            <p:cNvSpPr/>
            <p:nvPr/>
          </p:nvSpPr>
          <p:spPr>
            <a:xfrm flipH="1">
              <a:off x="-3672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52" name=""/>
            <p:cNvSpPr/>
            <p:nvPr/>
          </p:nvSpPr>
          <p:spPr>
            <a:xfrm flipH="1">
              <a:off x="66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53" name=""/>
            <p:cNvSpPr/>
            <p:nvPr/>
          </p:nvSpPr>
          <p:spPr>
            <a:xfrm flipH="1">
              <a:off x="-360720" y="4914000"/>
              <a:ext cx="701640" cy="701640"/>
            </a:xfrm>
            <a:custGeom>
              <a:avLst/>
              <a:gdLst>
                <a:gd name="textAreaLeft" fmla="*/ -360 w 701640"/>
                <a:gd name="textAreaRight" fmla="*/ 70200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54" name=""/>
            <p:cNvSpPr/>
            <p:nvPr/>
          </p:nvSpPr>
          <p:spPr>
            <a:xfrm flipH="1">
              <a:off x="34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155" name=""/>
            <p:cNvSpPr/>
            <p:nvPr/>
          </p:nvSpPr>
          <p:spPr>
            <a:xfrm flipH="1">
              <a:off x="908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grpSp>
      <p:sp>
        <p:nvSpPr>
          <p:cNvPr id="156" name="PlaceHolder 1"/>
          <p:cNvSpPr>
            <a:spLocks noGrp="1"/>
          </p:cNvSpPr>
          <p:nvPr>
            <p:ph type="title"/>
          </p:nvPr>
        </p:nvSpPr>
        <p:spPr>
          <a:xfrm>
            <a:off x="504000" y="1915200"/>
            <a:ext cx="9071640" cy="1216440"/>
          </a:xfrm>
          <a:prstGeom prst="rect">
            <a:avLst/>
          </a:prstGeom>
          <a:noFill/>
          <a:ln w="0">
            <a:noFill/>
          </a:ln>
        </p:spPr>
        <p:txBody>
          <a:bodyPr lIns="0" rIns="0" tIns="0" bIns="0" anchor="ctr">
            <a:noAutofit/>
          </a:bodyPr>
          <a:p>
            <a:pPr indent="0" algn="ctr">
              <a:lnSpc>
                <a:spcPct val="100000"/>
              </a:lnSpc>
              <a:buNone/>
              <a:tabLst>
                <a:tab algn="l" pos="0"/>
              </a:tabLst>
            </a:pPr>
            <a:r>
              <a:rPr b="0" lang="hu-HU" sz="3300" strike="noStrike" u="none">
                <a:solidFill>
                  <a:srgbClr val="ffffff"/>
                </a:solidFill>
                <a:effectLst/>
                <a:uFillTx/>
                <a:latin typeface="Arial"/>
              </a:rPr>
              <a:t>Címszöveg formátumának szerkesztése</a:t>
            </a:r>
            <a:endParaRPr b="0" lang="hu-HU" sz="3300" strike="noStrike" u="none">
              <a:solidFill>
                <a:srgbClr val="ffffff"/>
              </a:solidFill>
              <a:effectLst/>
              <a:uFillTx/>
              <a:latin typeface="Arial"/>
            </a:endParaRPr>
          </a:p>
        </p:txBody>
      </p:sp>
      <p:sp>
        <p:nvSpPr>
          <p:cNvPr id="157" name="PlaceHolder 2"/>
          <p:cNvSpPr>
            <a:spLocks noGrp="1"/>
          </p:cNvSpPr>
          <p:nvPr>
            <p:ph type="body"/>
          </p:nvPr>
        </p:nvSpPr>
        <p:spPr>
          <a:xfrm>
            <a:off x="504000" y="3402000"/>
            <a:ext cx="9071640" cy="863640"/>
          </a:xfrm>
          <a:prstGeom prst="rect">
            <a:avLst/>
          </a:prstGeom>
          <a:noFill/>
          <a:ln w="0">
            <a:noFill/>
          </a:ln>
        </p:spPr>
        <p:txBody>
          <a:bodyPr lIns="0" rIns="0" tIns="0" bIns="0" anchor="t">
            <a:normAutofit fontScale="32500" lnSpcReduction="19999"/>
          </a:bodyPr>
          <a:p>
            <a:pPr marL="432000" indent="-324000">
              <a:lnSpc>
                <a:spcPct val="100000"/>
              </a:lnSpc>
              <a:spcAft>
                <a:spcPts val="1060"/>
              </a:spcAft>
              <a:buClr>
                <a:srgbClr val="ffffff"/>
              </a:buClr>
              <a:buSzPct val="45000"/>
              <a:buFont typeface="Wingdings" charset="2"/>
              <a:buChar char=""/>
            </a:pPr>
            <a:r>
              <a:rPr b="0" lang="hu-HU" sz="2400" strike="noStrike" u="none">
                <a:solidFill>
                  <a:srgbClr val="ffffff"/>
                </a:solidFill>
                <a:effectLst/>
                <a:uFillTx/>
                <a:latin typeface="Arial"/>
              </a:rPr>
              <a:t>Vázlatszöveg formátumának szerkesztése</a:t>
            </a:r>
            <a:endParaRPr b="0" lang="hu-HU" sz="2400" strike="noStrike" u="none">
              <a:solidFill>
                <a:srgbClr val="ffffff"/>
              </a:solidFill>
              <a:effectLst/>
              <a:uFillTx/>
              <a:latin typeface="Arial"/>
            </a:endParaRPr>
          </a:p>
          <a:p>
            <a:pPr lvl="1" marL="864000" indent="-324000">
              <a:lnSpc>
                <a:spcPct val="100000"/>
              </a:lnSpc>
              <a:spcAft>
                <a:spcPts val="850"/>
              </a:spcAft>
              <a:buClr>
                <a:srgbClr val="ffffff"/>
              </a:buClr>
              <a:buSzPct val="75000"/>
              <a:buFont typeface="Symbol" charset="2"/>
              <a:buChar char=""/>
            </a:pPr>
            <a:r>
              <a:rPr b="0" lang="hu-HU" sz="2100" strike="noStrike" u="none">
                <a:solidFill>
                  <a:srgbClr val="ffffff"/>
                </a:solidFill>
                <a:effectLst/>
                <a:uFillTx/>
                <a:latin typeface="Arial"/>
              </a:rPr>
              <a:t>Második vázlatszint</a:t>
            </a:r>
            <a:endParaRPr b="0" lang="hu-HU" sz="2100" strike="noStrike" u="none">
              <a:solidFill>
                <a:srgbClr val="ffffff"/>
              </a:solidFill>
              <a:effectLst/>
              <a:uFillTx/>
              <a:latin typeface="Arial"/>
            </a:endParaRPr>
          </a:p>
          <a:p>
            <a:pPr lvl="2" marL="1296000" indent="-288000">
              <a:lnSpc>
                <a:spcPct val="100000"/>
              </a:lnSpc>
              <a:spcAft>
                <a:spcPts val="635"/>
              </a:spcAft>
              <a:buClr>
                <a:srgbClr val="ffffff"/>
              </a:buClr>
              <a:buSzPct val="45000"/>
              <a:buFont typeface="Wingdings" charset="2"/>
              <a:buChar char=""/>
            </a:pPr>
            <a:r>
              <a:rPr b="0" lang="hu-HU" sz="1800" strike="noStrike" u="none">
                <a:solidFill>
                  <a:srgbClr val="ffffff"/>
                </a:solidFill>
                <a:effectLst/>
                <a:uFillTx/>
                <a:latin typeface="Arial"/>
              </a:rPr>
              <a:t>Harmadik vázlatszint</a:t>
            </a:r>
            <a:endParaRPr b="0" lang="hu-HU" sz="1800" strike="noStrike" u="none">
              <a:solidFill>
                <a:srgbClr val="ffffff"/>
              </a:solidFill>
              <a:effectLst/>
              <a:uFillTx/>
              <a:latin typeface="Arial"/>
            </a:endParaRPr>
          </a:p>
          <a:p>
            <a:pPr lvl="3" marL="1728000" indent="-216000">
              <a:lnSpc>
                <a:spcPct val="100000"/>
              </a:lnSpc>
              <a:spcAft>
                <a:spcPts val="422"/>
              </a:spcAft>
              <a:buClr>
                <a:srgbClr val="ffffff"/>
              </a:buClr>
              <a:buSzPct val="75000"/>
              <a:buFont typeface="Symbol" charset="2"/>
              <a:buChar char=""/>
            </a:pPr>
            <a:r>
              <a:rPr b="0" lang="hu-HU" sz="1500" strike="noStrike" u="none">
                <a:solidFill>
                  <a:srgbClr val="ffffff"/>
                </a:solidFill>
                <a:effectLst/>
                <a:uFillTx/>
                <a:latin typeface="Arial"/>
              </a:rPr>
              <a:t>Negyedik vázlatszint</a:t>
            </a:r>
            <a:endParaRPr b="0" lang="hu-HU" sz="1500" strike="noStrike" u="none">
              <a:solidFill>
                <a:srgbClr val="ffffff"/>
              </a:solidFill>
              <a:effectLst/>
              <a:uFillTx/>
              <a:latin typeface="Arial"/>
            </a:endParaRPr>
          </a:p>
          <a:p>
            <a:pPr lvl="4" marL="2160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Ötödik vázlatszint</a:t>
            </a:r>
            <a:endParaRPr b="0" lang="hu-HU" sz="1500" strike="noStrike" u="none">
              <a:solidFill>
                <a:srgbClr val="ffffff"/>
              </a:solidFill>
              <a:effectLst/>
              <a:uFillTx/>
              <a:latin typeface="Arial"/>
            </a:endParaRPr>
          </a:p>
          <a:p>
            <a:pPr lvl="5" marL="2592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Hatodik vázlatszint</a:t>
            </a:r>
            <a:endParaRPr b="0" lang="hu-HU" sz="1500" strike="noStrike" u="none">
              <a:solidFill>
                <a:srgbClr val="ffffff"/>
              </a:solidFill>
              <a:effectLst/>
              <a:uFillTx/>
              <a:latin typeface="Arial"/>
            </a:endParaRPr>
          </a:p>
          <a:p>
            <a:pPr lvl="6" marL="3024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Hetedik vázlatszint</a:t>
            </a:r>
            <a:endParaRPr b="0" lang="hu-HU" sz="1500" strike="noStrike" u="none">
              <a:solidFill>
                <a:srgbClr val="fffff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eehive1">
    <p:spTree>
      <p:nvGrpSpPr>
        <p:cNvPr id="1" name=""/>
        <p:cNvGrpSpPr/>
        <p:nvPr/>
      </p:nvGrpSpPr>
      <p:grpSpPr>
        <a:xfrm>
          <a:off x="0" y="0"/>
          <a:ext cx="0" cy="0"/>
          <a:chOff x="0" y="0"/>
          <a:chExt cx="0" cy="0"/>
        </a:xfrm>
      </p:grpSpPr>
      <p:grpSp>
        <p:nvGrpSpPr>
          <p:cNvPr id="158" name=""/>
          <p:cNvGrpSpPr/>
          <p:nvPr/>
        </p:nvGrpSpPr>
        <p:grpSpPr>
          <a:xfrm>
            <a:off x="-360360" y="4896000"/>
            <a:ext cx="10853640" cy="1259640"/>
            <a:chOff x="-360360" y="4896000"/>
            <a:chExt cx="10853640" cy="1259640"/>
          </a:xfrm>
        </p:grpSpPr>
        <p:sp>
          <p:nvSpPr>
            <p:cNvPr id="159" name=""/>
            <p:cNvSpPr/>
            <p:nvPr/>
          </p:nvSpPr>
          <p:spPr>
            <a:xfrm flipH="1">
              <a:off x="943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0" name=""/>
            <p:cNvSpPr/>
            <p:nvPr/>
          </p:nvSpPr>
          <p:spPr>
            <a:xfrm flipH="1">
              <a:off x="979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1" name=""/>
            <p:cNvSpPr/>
            <p:nvPr/>
          </p:nvSpPr>
          <p:spPr>
            <a:xfrm flipH="1">
              <a:off x="802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2" name=""/>
            <p:cNvSpPr/>
            <p:nvPr/>
          </p:nvSpPr>
          <p:spPr>
            <a:xfrm flipH="1">
              <a:off x="872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163" name=""/>
            <p:cNvSpPr/>
            <p:nvPr/>
          </p:nvSpPr>
          <p:spPr>
            <a:xfrm flipH="1">
              <a:off x="838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4" name=""/>
            <p:cNvSpPr/>
            <p:nvPr/>
          </p:nvSpPr>
          <p:spPr>
            <a:xfrm flipH="1">
              <a:off x="698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5" name=""/>
            <p:cNvSpPr/>
            <p:nvPr/>
          </p:nvSpPr>
          <p:spPr>
            <a:xfrm flipH="1">
              <a:off x="768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6" name=""/>
            <p:cNvSpPr/>
            <p:nvPr/>
          </p:nvSpPr>
          <p:spPr>
            <a:xfrm flipH="1">
              <a:off x="662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7" name=""/>
            <p:cNvSpPr/>
            <p:nvPr/>
          </p:nvSpPr>
          <p:spPr>
            <a:xfrm flipH="1">
              <a:off x="7325280" y="4896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8" name=""/>
            <p:cNvSpPr/>
            <p:nvPr/>
          </p:nvSpPr>
          <p:spPr>
            <a:xfrm flipH="1">
              <a:off x="592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69" name=""/>
            <p:cNvSpPr/>
            <p:nvPr/>
          </p:nvSpPr>
          <p:spPr>
            <a:xfrm flipH="1">
              <a:off x="628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0" name=""/>
            <p:cNvSpPr/>
            <p:nvPr/>
          </p:nvSpPr>
          <p:spPr>
            <a:xfrm flipH="1">
              <a:off x="523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1" name=""/>
            <p:cNvSpPr/>
            <p:nvPr/>
          </p:nvSpPr>
          <p:spPr>
            <a:xfrm flipH="1">
              <a:off x="487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2" name=""/>
            <p:cNvSpPr/>
            <p:nvPr/>
          </p:nvSpPr>
          <p:spPr>
            <a:xfrm flipH="1">
              <a:off x="557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3" name=""/>
            <p:cNvSpPr/>
            <p:nvPr/>
          </p:nvSpPr>
          <p:spPr>
            <a:xfrm flipH="1">
              <a:off x="385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4" name=""/>
            <p:cNvSpPr/>
            <p:nvPr/>
          </p:nvSpPr>
          <p:spPr>
            <a:xfrm flipH="1">
              <a:off x="453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5" name=""/>
            <p:cNvSpPr/>
            <p:nvPr/>
          </p:nvSpPr>
          <p:spPr>
            <a:xfrm flipH="1">
              <a:off x="417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6" name=""/>
            <p:cNvSpPr/>
            <p:nvPr/>
          </p:nvSpPr>
          <p:spPr>
            <a:xfrm flipH="1">
              <a:off x="277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7" name=""/>
            <p:cNvSpPr/>
            <p:nvPr/>
          </p:nvSpPr>
          <p:spPr>
            <a:xfrm flipH="1">
              <a:off x="347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8" name=""/>
            <p:cNvSpPr/>
            <p:nvPr/>
          </p:nvSpPr>
          <p:spPr>
            <a:xfrm flipH="1">
              <a:off x="244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79" name=""/>
            <p:cNvSpPr/>
            <p:nvPr/>
          </p:nvSpPr>
          <p:spPr>
            <a:xfrm flipH="1">
              <a:off x="314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0" name=""/>
            <p:cNvSpPr/>
            <p:nvPr/>
          </p:nvSpPr>
          <p:spPr>
            <a:xfrm flipH="1">
              <a:off x="174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1" name=""/>
            <p:cNvSpPr/>
            <p:nvPr/>
          </p:nvSpPr>
          <p:spPr>
            <a:xfrm flipH="1">
              <a:off x="206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2" name=""/>
            <p:cNvSpPr/>
            <p:nvPr/>
          </p:nvSpPr>
          <p:spPr>
            <a:xfrm flipH="1">
              <a:off x="104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3" name=""/>
            <p:cNvSpPr/>
            <p:nvPr/>
          </p:nvSpPr>
          <p:spPr>
            <a:xfrm flipH="1">
              <a:off x="136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4" name=""/>
            <p:cNvSpPr/>
            <p:nvPr/>
          </p:nvSpPr>
          <p:spPr>
            <a:xfrm flipH="1">
              <a:off x="-3672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5" name=""/>
            <p:cNvSpPr/>
            <p:nvPr/>
          </p:nvSpPr>
          <p:spPr>
            <a:xfrm flipH="1">
              <a:off x="66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6" name=""/>
            <p:cNvSpPr/>
            <p:nvPr/>
          </p:nvSpPr>
          <p:spPr>
            <a:xfrm flipH="1">
              <a:off x="-360720" y="4914000"/>
              <a:ext cx="701640" cy="701640"/>
            </a:xfrm>
            <a:custGeom>
              <a:avLst/>
              <a:gdLst>
                <a:gd name="textAreaLeft" fmla="*/ -360 w 701640"/>
                <a:gd name="textAreaRight" fmla="*/ 70200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87" name=""/>
            <p:cNvSpPr/>
            <p:nvPr/>
          </p:nvSpPr>
          <p:spPr>
            <a:xfrm flipH="1">
              <a:off x="34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188" name=""/>
            <p:cNvSpPr/>
            <p:nvPr/>
          </p:nvSpPr>
          <p:spPr>
            <a:xfrm flipH="1">
              <a:off x="908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grpSp>
      <p:sp>
        <p:nvSpPr>
          <p:cNvPr id="189"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indent="0" algn="ctr">
              <a:lnSpc>
                <a:spcPct val="100000"/>
              </a:lnSpc>
              <a:buNone/>
              <a:tabLst>
                <a:tab algn="l" pos="0"/>
              </a:tabLst>
            </a:pPr>
            <a:r>
              <a:rPr b="0" lang="hu-HU" sz="3300" strike="noStrike" u="none">
                <a:solidFill>
                  <a:srgbClr val="ffffff"/>
                </a:solidFill>
                <a:effectLst/>
                <a:uFillTx/>
                <a:latin typeface="Arial"/>
              </a:rPr>
              <a:t>Címszöveg formátumának szerkesztése</a:t>
            </a:r>
            <a:endParaRPr b="0" lang="hu-HU" sz="3300" strike="noStrike" u="none">
              <a:solidFill>
                <a:srgbClr val="ffffff"/>
              </a:solidFill>
              <a:effectLst/>
              <a:uFillTx/>
              <a:latin typeface="Arial"/>
            </a:endParaRPr>
          </a:p>
        </p:txBody>
      </p:sp>
      <p:sp>
        <p:nvSpPr>
          <p:cNvPr id="190" name="PlaceHolder 2"/>
          <p:cNvSpPr>
            <a:spLocks noGrp="1"/>
          </p:cNvSpPr>
          <p:nvPr>
            <p:ph type="body"/>
          </p:nvPr>
        </p:nvSpPr>
        <p:spPr>
          <a:xfrm>
            <a:off x="504000" y="1326600"/>
            <a:ext cx="9071280" cy="3287880"/>
          </a:xfrm>
          <a:prstGeom prst="rect">
            <a:avLst/>
          </a:prstGeom>
          <a:noFill/>
          <a:ln w="0">
            <a:noFill/>
          </a:ln>
        </p:spPr>
        <p:txBody>
          <a:bodyPr lIns="0" rIns="0" tIns="0" bIns="0" anchor="t">
            <a:normAutofit/>
          </a:bodyPr>
          <a:p>
            <a:pPr marL="432000" indent="-324000">
              <a:lnSpc>
                <a:spcPct val="100000"/>
              </a:lnSpc>
              <a:spcAft>
                <a:spcPts val="1060"/>
              </a:spcAft>
              <a:buClr>
                <a:srgbClr val="ffffff"/>
              </a:buClr>
              <a:buSzPct val="45000"/>
              <a:buFont typeface="Wingdings" charset="2"/>
              <a:buChar char=""/>
            </a:pPr>
            <a:r>
              <a:rPr b="0" lang="hu-HU" sz="2400" strike="noStrike" u="none">
                <a:solidFill>
                  <a:srgbClr val="ffffff"/>
                </a:solidFill>
                <a:effectLst/>
                <a:uFillTx/>
                <a:latin typeface="Arial"/>
              </a:rPr>
              <a:t>Vázlatszöveg formátumának szerkesztése</a:t>
            </a:r>
            <a:endParaRPr b="0" lang="hu-HU" sz="2400" strike="noStrike" u="none">
              <a:solidFill>
                <a:srgbClr val="ffffff"/>
              </a:solidFill>
              <a:effectLst/>
              <a:uFillTx/>
              <a:latin typeface="Arial"/>
            </a:endParaRPr>
          </a:p>
          <a:p>
            <a:pPr lvl="1" marL="864000" indent="-324000">
              <a:lnSpc>
                <a:spcPct val="100000"/>
              </a:lnSpc>
              <a:spcAft>
                <a:spcPts val="850"/>
              </a:spcAft>
              <a:buClr>
                <a:srgbClr val="ffffff"/>
              </a:buClr>
              <a:buSzPct val="75000"/>
              <a:buFont typeface="Symbol" charset="2"/>
              <a:buChar char=""/>
            </a:pPr>
            <a:r>
              <a:rPr b="0" lang="hu-HU" sz="2100" strike="noStrike" u="none">
                <a:solidFill>
                  <a:srgbClr val="ffffff"/>
                </a:solidFill>
                <a:effectLst/>
                <a:uFillTx/>
                <a:latin typeface="Arial"/>
              </a:rPr>
              <a:t>Második vázlatszint</a:t>
            </a:r>
            <a:endParaRPr b="0" lang="hu-HU" sz="2100" strike="noStrike" u="none">
              <a:solidFill>
                <a:srgbClr val="ffffff"/>
              </a:solidFill>
              <a:effectLst/>
              <a:uFillTx/>
              <a:latin typeface="Arial"/>
            </a:endParaRPr>
          </a:p>
          <a:p>
            <a:pPr lvl="2" marL="1296000" indent="-288000">
              <a:lnSpc>
                <a:spcPct val="100000"/>
              </a:lnSpc>
              <a:spcAft>
                <a:spcPts val="635"/>
              </a:spcAft>
              <a:buClr>
                <a:srgbClr val="ffffff"/>
              </a:buClr>
              <a:buSzPct val="45000"/>
              <a:buFont typeface="Wingdings" charset="2"/>
              <a:buChar char=""/>
            </a:pPr>
            <a:r>
              <a:rPr b="0" lang="hu-HU" sz="1800" strike="noStrike" u="none">
                <a:solidFill>
                  <a:srgbClr val="ffffff"/>
                </a:solidFill>
                <a:effectLst/>
                <a:uFillTx/>
                <a:latin typeface="Arial"/>
              </a:rPr>
              <a:t>Harmadik vázlatszint</a:t>
            </a:r>
            <a:endParaRPr b="0" lang="hu-HU" sz="1800" strike="noStrike" u="none">
              <a:solidFill>
                <a:srgbClr val="ffffff"/>
              </a:solidFill>
              <a:effectLst/>
              <a:uFillTx/>
              <a:latin typeface="Arial"/>
            </a:endParaRPr>
          </a:p>
          <a:p>
            <a:pPr lvl="3" marL="1728000" indent="-216000">
              <a:lnSpc>
                <a:spcPct val="100000"/>
              </a:lnSpc>
              <a:spcAft>
                <a:spcPts val="422"/>
              </a:spcAft>
              <a:buClr>
                <a:srgbClr val="ffffff"/>
              </a:buClr>
              <a:buSzPct val="75000"/>
              <a:buFont typeface="Symbol" charset="2"/>
              <a:buChar char=""/>
            </a:pPr>
            <a:r>
              <a:rPr b="0" lang="hu-HU" sz="1500" strike="noStrike" u="none">
                <a:solidFill>
                  <a:srgbClr val="ffffff"/>
                </a:solidFill>
                <a:effectLst/>
                <a:uFillTx/>
                <a:latin typeface="Arial"/>
              </a:rPr>
              <a:t>Negyedik vázlatszint</a:t>
            </a:r>
            <a:endParaRPr b="0" lang="hu-HU" sz="1500" strike="noStrike" u="none">
              <a:solidFill>
                <a:srgbClr val="ffffff"/>
              </a:solidFill>
              <a:effectLst/>
              <a:uFillTx/>
              <a:latin typeface="Arial"/>
            </a:endParaRPr>
          </a:p>
          <a:p>
            <a:pPr lvl="4" marL="2160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Ötödik vázlatszint</a:t>
            </a:r>
            <a:endParaRPr b="0" lang="hu-HU" sz="1500" strike="noStrike" u="none">
              <a:solidFill>
                <a:srgbClr val="ffffff"/>
              </a:solidFill>
              <a:effectLst/>
              <a:uFillTx/>
              <a:latin typeface="Arial"/>
            </a:endParaRPr>
          </a:p>
          <a:p>
            <a:pPr lvl="5" marL="2592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Hatodik vázlatszint</a:t>
            </a:r>
            <a:endParaRPr b="0" lang="hu-HU" sz="1500" strike="noStrike" u="none">
              <a:solidFill>
                <a:srgbClr val="ffffff"/>
              </a:solidFill>
              <a:effectLst/>
              <a:uFillTx/>
              <a:latin typeface="Arial"/>
            </a:endParaRPr>
          </a:p>
          <a:p>
            <a:pPr lvl="6" marL="3024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Hetedik vázlatszint</a:t>
            </a:r>
            <a:endParaRPr b="0" lang="hu-HU" sz="1500" strike="noStrike" u="none">
              <a:solidFill>
                <a:srgbClr val="ffffff"/>
              </a:solidFill>
              <a:effectLst/>
              <a:uFillTx/>
              <a:latin typeface="Arial"/>
            </a:endParaRPr>
          </a:p>
        </p:txBody>
      </p:sp>
      <p:sp>
        <p:nvSpPr>
          <p:cNvPr id="191" name="PlaceHolder 3"/>
          <p:cNvSpPr>
            <a:spLocks noGrp="1"/>
          </p:cNvSpPr>
          <p:nvPr>
            <p:ph type="dt" idx="1"/>
          </p:nvPr>
        </p:nvSpPr>
        <p:spPr>
          <a:xfrm>
            <a:off x="342000" y="4914360"/>
            <a:ext cx="2400840" cy="701640"/>
          </a:xfrm>
          <a:prstGeom prst="rect">
            <a:avLst/>
          </a:prstGeom>
          <a:noFill/>
          <a:ln w="0">
            <a:noFill/>
          </a:ln>
        </p:spPr>
        <p:txBody>
          <a:bodyPr lIns="0" rIns="0" tIns="0" bIns="0" anchor="ctr">
            <a:noAutofit/>
          </a:bodyPr>
          <a:lstStyle>
            <a:lvl1pPr indent="0">
              <a:lnSpc>
                <a:spcPct val="100000"/>
              </a:lnSpc>
              <a:buNone/>
              <a:tabLst>
                <a:tab algn="l" pos="0"/>
              </a:tabLst>
              <a:defRPr b="0" lang="hu-HU" sz="1400" strike="noStrike" u="none">
                <a:solidFill>
                  <a:srgbClr val="ffffff"/>
                </a:solidFill>
                <a:effectLst/>
                <a:uFillTx/>
                <a:latin typeface="Arial"/>
              </a:defRPr>
            </a:lvl1pPr>
          </a:lstStyle>
          <a:p>
            <a:pPr indent="0">
              <a:lnSpc>
                <a:spcPct val="100000"/>
              </a:lnSpc>
              <a:buNone/>
              <a:tabLst>
                <a:tab algn="l" pos="0"/>
              </a:tabLst>
            </a:pPr>
            <a:r>
              <a:rPr b="0" lang="hu-HU" sz="1400" strike="noStrike" u="none">
                <a:solidFill>
                  <a:srgbClr val="ffffff"/>
                </a:solidFill>
                <a:effectLst/>
                <a:uFillTx/>
                <a:latin typeface="Arial"/>
              </a:rPr>
              <a:t>&lt;dátum/idő&gt;</a:t>
            </a:r>
            <a:endParaRPr b="0" lang="hu-HU" sz="1400" strike="noStrike" u="none">
              <a:solidFill>
                <a:srgbClr val="ffffff"/>
              </a:solidFill>
              <a:effectLst/>
              <a:uFillTx/>
              <a:latin typeface="Times New Roman"/>
            </a:endParaRPr>
          </a:p>
        </p:txBody>
      </p:sp>
      <p:sp>
        <p:nvSpPr>
          <p:cNvPr id="192" name="PlaceHolder 4"/>
          <p:cNvSpPr>
            <a:spLocks noGrp="1"/>
          </p:cNvSpPr>
          <p:nvPr>
            <p:ph type="ftr" idx="2"/>
          </p:nvPr>
        </p:nvSpPr>
        <p:spPr>
          <a:xfrm>
            <a:off x="2744640" y="4914000"/>
            <a:ext cx="4580640" cy="703800"/>
          </a:xfrm>
          <a:prstGeom prst="rect">
            <a:avLst/>
          </a:prstGeom>
          <a:noFill/>
          <a:ln w="0">
            <a:noFill/>
          </a:ln>
        </p:spPr>
        <p:txBody>
          <a:bodyPr lIns="0" rIns="0" tIns="0" bIns="0" anchor="ctr">
            <a:noAutofit/>
          </a:bodyPr>
          <a:lstStyle>
            <a:lvl1pPr indent="0" algn="ctr">
              <a:lnSpc>
                <a:spcPct val="100000"/>
              </a:lnSpc>
              <a:buNone/>
              <a:tabLst>
                <a:tab algn="l" pos="0"/>
              </a:tabLst>
              <a:defRPr b="0" lang="hu-HU" sz="1400" strike="noStrike" u="none">
                <a:solidFill>
                  <a:srgbClr val="ffffff"/>
                </a:solidFill>
                <a:effectLst/>
                <a:uFillTx/>
                <a:latin typeface="Arial"/>
              </a:defRPr>
            </a:lvl1pPr>
          </a:lstStyle>
          <a:p>
            <a:pPr indent="0" algn="ctr">
              <a:lnSpc>
                <a:spcPct val="100000"/>
              </a:lnSpc>
              <a:buNone/>
              <a:tabLst>
                <a:tab algn="l" pos="0"/>
              </a:tabLst>
            </a:pPr>
            <a:r>
              <a:rPr b="0" lang="hu-HU" sz="1400" strike="noStrike" u="none">
                <a:solidFill>
                  <a:srgbClr val="ffffff"/>
                </a:solidFill>
                <a:effectLst/>
                <a:uFillTx/>
                <a:latin typeface="Arial"/>
              </a:rPr>
              <a:t>&lt;élőláb&gt;</a:t>
            </a:r>
            <a:endParaRPr b="0" lang="hu-HU" sz="1400" strike="noStrike" u="none">
              <a:solidFill>
                <a:srgbClr val="ffffff"/>
              </a:solidFill>
              <a:effectLst/>
              <a:uFillTx/>
              <a:latin typeface="Times New Roman"/>
            </a:endParaRPr>
          </a:p>
        </p:txBody>
      </p:sp>
      <p:sp>
        <p:nvSpPr>
          <p:cNvPr id="193" name="PlaceHolder 5"/>
          <p:cNvSpPr>
            <a:spLocks noGrp="1"/>
          </p:cNvSpPr>
          <p:nvPr>
            <p:ph type="sldNum" idx="3"/>
          </p:nvPr>
        </p:nvSpPr>
        <p:spPr>
          <a:xfrm>
            <a:off x="8494200" y="4914000"/>
            <a:ext cx="1142640" cy="701640"/>
          </a:xfrm>
          <a:prstGeom prst="rect">
            <a:avLst/>
          </a:prstGeom>
          <a:noFill/>
          <a:ln w="0">
            <a:noFill/>
          </a:ln>
        </p:spPr>
        <p:txBody>
          <a:bodyPr lIns="0" rIns="0" tIns="0" bIns="0" anchor="ctr">
            <a:noAutofit/>
          </a:bodyPr>
          <a:lstStyle>
            <a:lvl1pPr indent="0" algn="ctr">
              <a:lnSpc>
                <a:spcPct val="100000"/>
              </a:lnSpc>
              <a:buNone/>
              <a:tabLst>
                <a:tab algn="l" pos="0"/>
              </a:tabLst>
              <a:defRPr b="0" lang="hu-HU" sz="1400" strike="noStrike" u="none">
                <a:solidFill>
                  <a:srgbClr val="ffffff"/>
                </a:solidFill>
                <a:effectLst/>
                <a:uFillTx/>
                <a:latin typeface="Arial"/>
              </a:defRPr>
            </a:lvl1pPr>
          </a:lstStyle>
          <a:p>
            <a:pPr indent="0" algn="ctr">
              <a:lnSpc>
                <a:spcPct val="100000"/>
              </a:lnSpc>
              <a:buNone/>
              <a:tabLst>
                <a:tab algn="l" pos="0"/>
              </a:tabLst>
            </a:pPr>
            <a:fld id="{1AE85CA5-BE4D-4BB8-A7E0-6D4F62E5940B}" type="slidenum">
              <a:rPr b="0" lang="hu-HU" sz="1400" strike="noStrike" u="none">
                <a:solidFill>
                  <a:srgbClr val="ffffff"/>
                </a:solidFill>
                <a:effectLst/>
                <a:uFillTx/>
                <a:latin typeface="Arial"/>
              </a:rPr>
              <a:t>&lt;szám&gt;</a:t>
            </a:fld>
            <a:endParaRPr b="0" lang="hu-HU" sz="140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eehive1_">
    <p:spTree>
      <p:nvGrpSpPr>
        <p:cNvPr id="1" name=""/>
        <p:cNvGrpSpPr/>
        <p:nvPr/>
      </p:nvGrpSpPr>
      <p:grpSpPr>
        <a:xfrm>
          <a:off x="0" y="0"/>
          <a:ext cx="0" cy="0"/>
          <a:chOff x="0" y="0"/>
          <a:chExt cx="0" cy="0"/>
        </a:xfrm>
      </p:grpSpPr>
      <p:grpSp>
        <p:nvGrpSpPr>
          <p:cNvPr id="194" name=""/>
          <p:cNvGrpSpPr/>
          <p:nvPr/>
        </p:nvGrpSpPr>
        <p:grpSpPr>
          <a:xfrm>
            <a:off x="-360360" y="4896000"/>
            <a:ext cx="10853640" cy="1259640"/>
            <a:chOff x="-360360" y="4896000"/>
            <a:chExt cx="10853640" cy="1259640"/>
          </a:xfrm>
        </p:grpSpPr>
        <p:sp>
          <p:nvSpPr>
            <p:cNvPr id="195" name=""/>
            <p:cNvSpPr/>
            <p:nvPr/>
          </p:nvSpPr>
          <p:spPr>
            <a:xfrm flipH="1">
              <a:off x="943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96" name=""/>
            <p:cNvSpPr/>
            <p:nvPr/>
          </p:nvSpPr>
          <p:spPr>
            <a:xfrm flipH="1">
              <a:off x="979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97" name=""/>
            <p:cNvSpPr/>
            <p:nvPr/>
          </p:nvSpPr>
          <p:spPr>
            <a:xfrm flipH="1">
              <a:off x="802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198" name=""/>
            <p:cNvSpPr/>
            <p:nvPr/>
          </p:nvSpPr>
          <p:spPr>
            <a:xfrm flipH="1">
              <a:off x="872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199" name=""/>
            <p:cNvSpPr/>
            <p:nvPr/>
          </p:nvSpPr>
          <p:spPr>
            <a:xfrm flipH="1">
              <a:off x="838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0" name=""/>
            <p:cNvSpPr/>
            <p:nvPr/>
          </p:nvSpPr>
          <p:spPr>
            <a:xfrm flipH="1">
              <a:off x="698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1" name=""/>
            <p:cNvSpPr/>
            <p:nvPr/>
          </p:nvSpPr>
          <p:spPr>
            <a:xfrm flipH="1">
              <a:off x="768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2" name=""/>
            <p:cNvSpPr/>
            <p:nvPr/>
          </p:nvSpPr>
          <p:spPr>
            <a:xfrm flipH="1">
              <a:off x="662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3" name=""/>
            <p:cNvSpPr/>
            <p:nvPr/>
          </p:nvSpPr>
          <p:spPr>
            <a:xfrm flipH="1">
              <a:off x="7325280" y="4896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4" name=""/>
            <p:cNvSpPr/>
            <p:nvPr/>
          </p:nvSpPr>
          <p:spPr>
            <a:xfrm flipH="1">
              <a:off x="592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5" name=""/>
            <p:cNvSpPr/>
            <p:nvPr/>
          </p:nvSpPr>
          <p:spPr>
            <a:xfrm flipH="1">
              <a:off x="628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6" name=""/>
            <p:cNvSpPr/>
            <p:nvPr/>
          </p:nvSpPr>
          <p:spPr>
            <a:xfrm flipH="1">
              <a:off x="523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7" name=""/>
            <p:cNvSpPr/>
            <p:nvPr/>
          </p:nvSpPr>
          <p:spPr>
            <a:xfrm flipH="1">
              <a:off x="487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8" name=""/>
            <p:cNvSpPr/>
            <p:nvPr/>
          </p:nvSpPr>
          <p:spPr>
            <a:xfrm flipH="1">
              <a:off x="557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09" name=""/>
            <p:cNvSpPr/>
            <p:nvPr/>
          </p:nvSpPr>
          <p:spPr>
            <a:xfrm flipH="1">
              <a:off x="385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0" name=""/>
            <p:cNvSpPr/>
            <p:nvPr/>
          </p:nvSpPr>
          <p:spPr>
            <a:xfrm flipH="1">
              <a:off x="453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1" name=""/>
            <p:cNvSpPr/>
            <p:nvPr/>
          </p:nvSpPr>
          <p:spPr>
            <a:xfrm flipH="1">
              <a:off x="417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2" name=""/>
            <p:cNvSpPr/>
            <p:nvPr/>
          </p:nvSpPr>
          <p:spPr>
            <a:xfrm flipH="1">
              <a:off x="277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3" name=""/>
            <p:cNvSpPr/>
            <p:nvPr/>
          </p:nvSpPr>
          <p:spPr>
            <a:xfrm flipH="1">
              <a:off x="347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4" name=""/>
            <p:cNvSpPr/>
            <p:nvPr/>
          </p:nvSpPr>
          <p:spPr>
            <a:xfrm flipH="1">
              <a:off x="244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5" name=""/>
            <p:cNvSpPr/>
            <p:nvPr/>
          </p:nvSpPr>
          <p:spPr>
            <a:xfrm flipH="1">
              <a:off x="314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6" name=""/>
            <p:cNvSpPr/>
            <p:nvPr/>
          </p:nvSpPr>
          <p:spPr>
            <a:xfrm flipH="1">
              <a:off x="174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7" name=""/>
            <p:cNvSpPr/>
            <p:nvPr/>
          </p:nvSpPr>
          <p:spPr>
            <a:xfrm flipH="1">
              <a:off x="206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8" name=""/>
            <p:cNvSpPr/>
            <p:nvPr/>
          </p:nvSpPr>
          <p:spPr>
            <a:xfrm flipH="1">
              <a:off x="104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19" name=""/>
            <p:cNvSpPr/>
            <p:nvPr/>
          </p:nvSpPr>
          <p:spPr>
            <a:xfrm flipH="1">
              <a:off x="136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20" name=""/>
            <p:cNvSpPr/>
            <p:nvPr/>
          </p:nvSpPr>
          <p:spPr>
            <a:xfrm flipH="1">
              <a:off x="-3672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21" name=""/>
            <p:cNvSpPr/>
            <p:nvPr/>
          </p:nvSpPr>
          <p:spPr>
            <a:xfrm flipH="1">
              <a:off x="66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22" name=""/>
            <p:cNvSpPr/>
            <p:nvPr/>
          </p:nvSpPr>
          <p:spPr>
            <a:xfrm flipH="1">
              <a:off x="-360720" y="4914000"/>
              <a:ext cx="701640" cy="701640"/>
            </a:xfrm>
            <a:custGeom>
              <a:avLst/>
              <a:gdLst>
                <a:gd name="textAreaLeft" fmla="*/ -360 w 701640"/>
                <a:gd name="textAreaRight" fmla="*/ 70200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23" name=""/>
            <p:cNvSpPr/>
            <p:nvPr/>
          </p:nvSpPr>
          <p:spPr>
            <a:xfrm flipH="1">
              <a:off x="34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224" name=""/>
            <p:cNvSpPr/>
            <p:nvPr/>
          </p:nvSpPr>
          <p:spPr>
            <a:xfrm flipH="1">
              <a:off x="908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grpSp>
      <p:sp>
        <p:nvSpPr>
          <p:cNvPr id="225"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indent="0" algn="ctr">
              <a:lnSpc>
                <a:spcPct val="100000"/>
              </a:lnSpc>
              <a:buNone/>
              <a:tabLst>
                <a:tab algn="l" pos="0"/>
              </a:tabLst>
            </a:pPr>
            <a:r>
              <a:rPr b="0" lang="hu-HU" sz="3300" strike="noStrike" u="none">
                <a:solidFill>
                  <a:srgbClr val="ffffff"/>
                </a:solidFill>
                <a:effectLst/>
                <a:uFillTx/>
                <a:latin typeface="Arial"/>
              </a:rPr>
              <a:t>Címszöveg formátumának szerkesztése</a:t>
            </a:r>
            <a:endParaRPr b="0" lang="hu-HU" sz="3300" strike="noStrike" u="none">
              <a:solidFill>
                <a:srgbClr val="ffffff"/>
              </a:solidFill>
              <a:effectLst/>
              <a:uFillTx/>
              <a:latin typeface="Arial"/>
            </a:endParaRPr>
          </a:p>
        </p:txBody>
      </p:sp>
      <p:sp>
        <p:nvSpPr>
          <p:cNvPr id="226" name="PlaceHolder 2"/>
          <p:cNvSpPr>
            <a:spLocks noGrp="1"/>
          </p:cNvSpPr>
          <p:nvPr>
            <p:ph type="body"/>
          </p:nvPr>
        </p:nvSpPr>
        <p:spPr>
          <a:xfrm>
            <a:off x="504000" y="1326600"/>
            <a:ext cx="9071280" cy="3287880"/>
          </a:xfrm>
          <a:prstGeom prst="rect">
            <a:avLst/>
          </a:prstGeom>
          <a:noFill/>
          <a:ln w="0">
            <a:noFill/>
          </a:ln>
        </p:spPr>
        <p:txBody>
          <a:bodyPr lIns="0" rIns="0" tIns="0" bIns="0" anchor="t">
            <a:normAutofit/>
          </a:bodyPr>
          <a:p>
            <a:pPr marL="432000" indent="-324000">
              <a:lnSpc>
                <a:spcPct val="100000"/>
              </a:lnSpc>
              <a:spcAft>
                <a:spcPts val="1060"/>
              </a:spcAft>
              <a:buClr>
                <a:srgbClr val="ffffff"/>
              </a:buClr>
              <a:buSzPct val="45000"/>
              <a:buFont typeface="Wingdings" charset="2"/>
              <a:buChar char=""/>
            </a:pPr>
            <a:r>
              <a:rPr b="0" lang="hu-HU" sz="2400" strike="noStrike" u="none">
                <a:solidFill>
                  <a:srgbClr val="ffffff"/>
                </a:solidFill>
                <a:effectLst/>
                <a:uFillTx/>
                <a:latin typeface="Arial"/>
              </a:rPr>
              <a:t>Vázlatszöveg formátumának szerkesztése</a:t>
            </a:r>
            <a:endParaRPr b="0" lang="hu-HU" sz="2400" strike="noStrike" u="none">
              <a:solidFill>
                <a:srgbClr val="ffffff"/>
              </a:solidFill>
              <a:effectLst/>
              <a:uFillTx/>
              <a:latin typeface="Arial"/>
            </a:endParaRPr>
          </a:p>
          <a:p>
            <a:pPr lvl="1" marL="864000" indent="-324000">
              <a:lnSpc>
                <a:spcPct val="100000"/>
              </a:lnSpc>
              <a:spcAft>
                <a:spcPts val="850"/>
              </a:spcAft>
              <a:buClr>
                <a:srgbClr val="ffffff"/>
              </a:buClr>
              <a:buSzPct val="75000"/>
              <a:buFont typeface="Symbol" charset="2"/>
              <a:buChar char=""/>
            </a:pPr>
            <a:r>
              <a:rPr b="0" lang="hu-HU" sz="2100" strike="noStrike" u="none">
                <a:solidFill>
                  <a:srgbClr val="ffffff"/>
                </a:solidFill>
                <a:effectLst/>
                <a:uFillTx/>
                <a:latin typeface="Arial"/>
              </a:rPr>
              <a:t>Második vázlatszint</a:t>
            </a:r>
            <a:endParaRPr b="0" lang="hu-HU" sz="2100" strike="noStrike" u="none">
              <a:solidFill>
                <a:srgbClr val="ffffff"/>
              </a:solidFill>
              <a:effectLst/>
              <a:uFillTx/>
              <a:latin typeface="Arial"/>
            </a:endParaRPr>
          </a:p>
          <a:p>
            <a:pPr lvl="2" marL="1296000" indent="-288000">
              <a:lnSpc>
                <a:spcPct val="100000"/>
              </a:lnSpc>
              <a:spcAft>
                <a:spcPts val="635"/>
              </a:spcAft>
              <a:buClr>
                <a:srgbClr val="ffffff"/>
              </a:buClr>
              <a:buSzPct val="45000"/>
              <a:buFont typeface="Wingdings" charset="2"/>
              <a:buChar char=""/>
            </a:pPr>
            <a:r>
              <a:rPr b="0" lang="hu-HU" sz="1800" strike="noStrike" u="none">
                <a:solidFill>
                  <a:srgbClr val="ffffff"/>
                </a:solidFill>
                <a:effectLst/>
                <a:uFillTx/>
                <a:latin typeface="Arial"/>
              </a:rPr>
              <a:t>Harmadik vázlatszint</a:t>
            </a:r>
            <a:endParaRPr b="0" lang="hu-HU" sz="1800" strike="noStrike" u="none">
              <a:solidFill>
                <a:srgbClr val="ffffff"/>
              </a:solidFill>
              <a:effectLst/>
              <a:uFillTx/>
              <a:latin typeface="Arial"/>
            </a:endParaRPr>
          </a:p>
          <a:p>
            <a:pPr lvl="3" marL="1728000" indent="-216000">
              <a:lnSpc>
                <a:spcPct val="100000"/>
              </a:lnSpc>
              <a:spcAft>
                <a:spcPts val="422"/>
              </a:spcAft>
              <a:buClr>
                <a:srgbClr val="ffffff"/>
              </a:buClr>
              <a:buSzPct val="75000"/>
              <a:buFont typeface="Symbol" charset="2"/>
              <a:buChar char=""/>
            </a:pPr>
            <a:r>
              <a:rPr b="0" lang="hu-HU" sz="1500" strike="noStrike" u="none">
                <a:solidFill>
                  <a:srgbClr val="ffffff"/>
                </a:solidFill>
                <a:effectLst/>
                <a:uFillTx/>
                <a:latin typeface="Arial"/>
              </a:rPr>
              <a:t>Negyedik vázlatszint</a:t>
            </a:r>
            <a:endParaRPr b="0" lang="hu-HU" sz="1500" strike="noStrike" u="none">
              <a:solidFill>
                <a:srgbClr val="ffffff"/>
              </a:solidFill>
              <a:effectLst/>
              <a:uFillTx/>
              <a:latin typeface="Arial"/>
            </a:endParaRPr>
          </a:p>
          <a:p>
            <a:pPr lvl="4" marL="2160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Ötödik vázlatszint</a:t>
            </a:r>
            <a:endParaRPr b="0" lang="hu-HU" sz="1500" strike="noStrike" u="none">
              <a:solidFill>
                <a:srgbClr val="ffffff"/>
              </a:solidFill>
              <a:effectLst/>
              <a:uFillTx/>
              <a:latin typeface="Arial"/>
            </a:endParaRPr>
          </a:p>
          <a:p>
            <a:pPr lvl="5" marL="2592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Hatodik vázlatszint</a:t>
            </a:r>
            <a:endParaRPr b="0" lang="hu-HU" sz="1500" strike="noStrike" u="none">
              <a:solidFill>
                <a:srgbClr val="ffffff"/>
              </a:solidFill>
              <a:effectLst/>
              <a:uFillTx/>
              <a:latin typeface="Arial"/>
            </a:endParaRPr>
          </a:p>
          <a:p>
            <a:pPr lvl="6" marL="3024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Hetedik vázlatszint</a:t>
            </a:r>
            <a:endParaRPr b="0" lang="hu-HU" sz="1500" strike="noStrike" u="none">
              <a:solidFill>
                <a:srgbClr val="ffffff"/>
              </a:solidFill>
              <a:effectLst/>
              <a:uFillTx/>
              <a:latin typeface="Arial"/>
            </a:endParaRPr>
          </a:p>
        </p:txBody>
      </p:sp>
      <p:sp>
        <p:nvSpPr>
          <p:cNvPr id="227" name="PlaceHolder 3"/>
          <p:cNvSpPr>
            <a:spLocks noGrp="1"/>
          </p:cNvSpPr>
          <p:nvPr>
            <p:ph type="dt" idx="4"/>
          </p:nvPr>
        </p:nvSpPr>
        <p:spPr>
          <a:xfrm>
            <a:off x="342000" y="4914360"/>
            <a:ext cx="2400840" cy="701640"/>
          </a:xfrm>
          <a:prstGeom prst="rect">
            <a:avLst/>
          </a:prstGeom>
          <a:noFill/>
          <a:ln w="0">
            <a:noFill/>
          </a:ln>
        </p:spPr>
        <p:txBody>
          <a:bodyPr lIns="0" rIns="0" tIns="0" bIns="0" anchor="ctr">
            <a:noAutofit/>
          </a:bodyPr>
          <a:lstStyle>
            <a:lvl1pPr indent="0">
              <a:lnSpc>
                <a:spcPct val="100000"/>
              </a:lnSpc>
              <a:buNone/>
              <a:tabLst>
                <a:tab algn="l" pos="0"/>
              </a:tabLst>
              <a:defRPr b="0" lang="hu-HU" sz="1400" strike="noStrike" u="none">
                <a:solidFill>
                  <a:srgbClr val="ffffff"/>
                </a:solidFill>
                <a:effectLst/>
                <a:uFillTx/>
                <a:latin typeface="Arial"/>
              </a:defRPr>
            </a:lvl1pPr>
          </a:lstStyle>
          <a:p>
            <a:pPr indent="0">
              <a:lnSpc>
                <a:spcPct val="100000"/>
              </a:lnSpc>
              <a:buNone/>
              <a:tabLst>
                <a:tab algn="l" pos="0"/>
              </a:tabLst>
            </a:pPr>
            <a:r>
              <a:rPr b="0" lang="hu-HU" sz="1400" strike="noStrike" u="none">
                <a:solidFill>
                  <a:srgbClr val="ffffff"/>
                </a:solidFill>
                <a:effectLst/>
                <a:uFillTx/>
                <a:latin typeface="Arial"/>
              </a:rPr>
              <a:t>&lt;dátum/idő&gt;</a:t>
            </a:r>
            <a:endParaRPr b="0" lang="hu-HU" sz="1400" strike="noStrike" u="none">
              <a:solidFill>
                <a:srgbClr val="ffffff"/>
              </a:solidFill>
              <a:effectLst/>
              <a:uFillTx/>
              <a:latin typeface="Times New Roman"/>
            </a:endParaRPr>
          </a:p>
        </p:txBody>
      </p:sp>
      <p:sp>
        <p:nvSpPr>
          <p:cNvPr id="228" name="PlaceHolder 4"/>
          <p:cNvSpPr>
            <a:spLocks noGrp="1"/>
          </p:cNvSpPr>
          <p:nvPr>
            <p:ph type="ftr" idx="5"/>
          </p:nvPr>
        </p:nvSpPr>
        <p:spPr>
          <a:xfrm>
            <a:off x="2744640" y="4914000"/>
            <a:ext cx="4580640" cy="703800"/>
          </a:xfrm>
          <a:prstGeom prst="rect">
            <a:avLst/>
          </a:prstGeom>
          <a:noFill/>
          <a:ln w="0">
            <a:noFill/>
          </a:ln>
        </p:spPr>
        <p:txBody>
          <a:bodyPr lIns="0" rIns="0" tIns="0" bIns="0" anchor="ctr">
            <a:noAutofit/>
          </a:bodyPr>
          <a:lstStyle>
            <a:lvl1pPr indent="0" algn="ctr">
              <a:lnSpc>
                <a:spcPct val="100000"/>
              </a:lnSpc>
              <a:buNone/>
              <a:tabLst>
                <a:tab algn="l" pos="0"/>
              </a:tabLst>
              <a:defRPr b="0" lang="hu-HU" sz="1400" strike="noStrike" u="none">
                <a:solidFill>
                  <a:srgbClr val="ffffff"/>
                </a:solidFill>
                <a:effectLst/>
                <a:uFillTx/>
                <a:latin typeface="Arial"/>
              </a:defRPr>
            </a:lvl1pPr>
          </a:lstStyle>
          <a:p>
            <a:pPr indent="0" algn="ctr">
              <a:lnSpc>
                <a:spcPct val="100000"/>
              </a:lnSpc>
              <a:buNone/>
              <a:tabLst>
                <a:tab algn="l" pos="0"/>
              </a:tabLst>
            </a:pPr>
            <a:r>
              <a:rPr b="0" lang="hu-HU" sz="1400" strike="noStrike" u="none">
                <a:solidFill>
                  <a:srgbClr val="ffffff"/>
                </a:solidFill>
                <a:effectLst/>
                <a:uFillTx/>
                <a:latin typeface="Arial"/>
              </a:rPr>
              <a:t>&lt;élőláb&gt;</a:t>
            </a:r>
            <a:endParaRPr b="0" lang="hu-HU" sz="1400" strike="noStrike" u="none">
              <a:solidFill>
                <a:srgbClr val="ffffff"/>
              </a:solidFill>
              <a:effectLst/>
              <a:uFillTx/>
              <a:latin typeface="Times New Roman"/>
            </a:endParaRPr>
          </a:p>
        </p:txBody>
      </p:sp>
      <p:sp>
        <p:nvSpPr>
          <p:cNvPr id="229" name="PlaceHolder 5"/>
          <p:cNvSpPr>
            <a:spLocks noGrp="1"/>
          </p:cNvSpPr>
          <p:nvPr>
            <p:ph type="sldNum" idx="6"/>
          </p:nvPr>
        </p:nvSpPr>
        <p:spPr>
          <a:xfrm>
            <a:off x="8494200" y="4914000"/>
            <a:ext cx="1142640" cy="701640"/>
          </a:xfrm>
          <a:prstGeom prst="rect">
            <a:avLst/>
          </a:prstGeom>
          <a:noFill/>
          <a:ln w="0">
            <a:noFill/>
          </a:ln>
        </p:spPr>
        <p:txBody>
          <a:bodyPr lIns="0" rIns="0" tIns="0" bIns="0" anchor="ctr">
            <a:noAutofit/>
          </a:bodyPr>
          <a:lstStyle>
            <a:lvl1pPr indent="0" algn="ctr">
              <a:lnSpc>
                <a:spcPct val="100000"/>
              </a:lnSpc>
              <a:buNone/>
              <a:tabLst>
                <a:tab algn="l" pos="0"/>
              </a:tabLst>
              <a:defRPr b="0" lang="hu-HU" sz="1400" strike="noStrike" u="none">
                <a:solidFill>
                  <a:srgbClr val="ffffff"/>
                </a:solidFill>
                <a:effectLst/>
                <a:uFillTx/>
                <a:latin typeface="Arial"/>
              </a:defRPr>
            </a:lvl1pPr>
          </a:lstStyle>
          <a:p>
            <a:pPr indent="0" algn="ctr">
              <a:lnSpc>
                <a:spcPct val="100000"/>
              </a:lnSpc>
              <a:buNone/>
              <a:tabLst>
                <a:tab algn="l" pos="0"/>
              </a:tabLst>
            </a:pPr>
            <a:fld id="{DE3CF80B-D3A2-4668-BE68-3AF8CC7ACF21}" type="slidenum">
              <a:rPr b="0" lang="hu-HU" sz="1400" strike="noStrike" u="none">
                <a:solidFill>
                  <a:srgbClr val="ffffff"/>
                </a:solidFill>
                <a:effectLst/>
                <a:uFillTx/>
                <a:latin typeface="Arial"/>
              </a:rPr>
              <a:t>&lt;szám&gt;</a:t>
            </a:fld>
            <a:endParaRPr b="0" lang="hu-HU" sz="140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eehive1__">
    <p:spTree>
      <p:nvGrpSpPr>
        <p:cNvPr id="1" name=""/>
        <p:cNvGrpSpPr/>
        <p:nvPr/>
      </p:nvGrpSpPr>
      <p:grpSpPr>
        <a:xfrm>
          <a:off x="0" y="0"/>
          <a:ext cx="0" cy="0"/>
          <a:chOff x="0" y="0"/>
          <a:chExt cx="0" cy="0"/>
        </a:xfrm>
      </p:grpSpPr>
      <p:grpSp>
        <p:nvGrpSpPr>
          <p:cNvPr id="230" name=""/>
          <p:cNvGrpSpPr/>
          <p:nvPr/>
        </p:nvGrpSpPr>
        <p:grpSpPr>
          <a:xfrm>
            <a:off x="-360360" y="4896000"/>
            <a:ext cx="10853640" cy="1259640"/>
            <a:chOff x="-360360" y="4896000"/>
            <a:chExt cx="10853640" cy="1259640"/>
          </a:xfrm>
        </p:grpSpPr>
        <p:sp>
          <p:nvSpPr>
            <p:cNvPr id="231" name=""/>
            <p:cNvSpPr/>
            <p:nvPr/>
          </p:nvSpPr>
          <p:spPr>
            <a:xfrm flipH="1">
              <a:off x="943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32" name=""/>
            <p:cNvSpPr/>
            <p:nvPr/>
          </p:nvSpPr>
          <p:spPr>
            <a:xfrm flipH="1">
              <a:off x="979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33" name=""/>
            <p:cNvSpPr/>
            <p:nvPr/>
          </p:nvSpPr>
          <p:spPr>
            <a:xfrm flipH="1">
              <a:off x="802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34" name=""/>
            <p:cNvSpPr/>
            <p:nvPr/>
          </p:nvSpPr>
          <p:spPr>
            <a:xfrm flipH="1">
              <a:off x="872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235" name=""/>
            <p:cNvSpPr/>
            <p:nvPr/>
          </p:nvSpPr>
          <p:spPr>
            <a:xfrm flipH="1">
              <a:off x="838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36" name=""/>
            <p:cNvSpPr/>
            <p:nvPr/>
          </p:nvSpPr>
          <p:spPr>
            <a:xfrm flipH="1">
              <a:off x="698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37" name=""/>
            <p:cNvSpPr/>
            <p:nvPr/>
          </p:nvSpPr>
          <p:spPr>
            <a:xfrm flipH="1">
              <a:off x="768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38" name=""/>
            <p:cNvSpPr/>
            <p:nvPr/>
          </p:nvSpPr>
          <p:spPr>
            <a:xfrm flipH="1">
              <a:off x="662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39" name=""/>
            <p:cNvSpPr/>
            <p:nvPr/>
          </p:nvSpPr>
          <p:spPr>
            <a:xfrm flipH="1">
              <a:off x="7325280" y="4896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0" name=""/>
            <p:cNvSpPr/>
            <p:nvPr/>
          </p:nvSpPr>
          <p:spPr>
            <a:xfrm flipH="1">
              <a:off x="592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1" name=""/>
            <p:cNvSpPr/>
            <p:nvPr/>
          </p:nvSpPr>
          <p:spPr>
            <a:xfrm flipH="1">
              <a:off x="628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2" name=""/>
            <p:cNvSpPr/>
            <p:nvPr/>
          </p:nvSpPr>
          <p:spPr>
            <a:xfrm flipH="1">
              <a:off x="523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3" name=""/>
            <p:cNvSpPr/>
            <p:nvPr/>
          </p:nvSpPr>
          <p:spPr>
            <a:xfrm flipH="1">
              <a:off x="487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4" name=""/>
            <p:cNvSpPr/>
            <p:nvPr/>
          </p:nvSpPr>
          <p:spPr>
            <a:xfrm flipH="1">
              <a:off x="557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5" name=""/>
            <p:cNvSpPr/>
            <p:nvPr/>
          </p:nvSpPr>
          <p:spPr>
            <a:xfrm flipH="1">
              <a:off x="385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6" name=""/>
            <p:cNvSpPr/>
            <p:nvPr/>
          </p:nvSpPr>
          <p:spPr>
            <a:xfrm flipH="1">
              <a:off x="453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7" name=""/>
            <p:cNvSpPr/>
            <p:nvPr/>
          </p:nvSpPr>
          <p:spPr>
            <a:xfrm flipH="1">
              <a:off x="417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8" name=""/>
            <p:cNvSpPr/>
            <p:nvPr/>
          </p:nvSpPr>
          <p:spPr>
            <a:xfrm flipH="1">
              <a:off x="2771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49" name=""/>
            <p:cNvSpPr/>
            <p:nvPr/>
          </p:nvSpPr>
          <p:spPr>
            <a:xfrm flipH="1">
              <a:off x="3473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0" name=""/>
            <p:cNvSpPr/>
            <p:nvPr/>
          </p:nvSpPr>
          <p:spPr>
            <a:xfrm flipH="1">
              <a:off x="2447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1" name=""/>
            <p:cNvSpPr/>
            <p:nvPr/>
          </p:nvSpPr>
          <p:spPr>
            <a:xfrm flipH="1">
              <a:off x="3149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2" name=""/>
            <p:cNvSpPr/>
            <p:nvPr/>
          </p:nvSpPr>
          <p:spPr>
            <a:xfrm flipH="1">
              <a:off x="1745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3" name=""/>
            <p:cNvSpPr/>
            <p:nvPr/>
          </p:nvSpPr>
          <p:spPr>
            <a:xfrm flipH="1">
              <a:off x="206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4" name=""/>
            <p:cNvSpPr/>
            <p:nvPr/>
          </p:nvSpPr>
          <p:spPr>
            <a:xfrm flipH="1">
              <a:off x="1043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5" name=""/>
            <p:cNvSpPr/>
            <p:nvPr/>
          </p:nvSpPr>
          <p:spPr>
            <a:xfrm flipH="1">
              <a:off x="1367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6" name=""/>
            <p:cNvSpPr/>
            <p:nvPr/>
          </p:nvSpPr>
          <p:spPr>
            <a:xfrm flipH="1">
              <a:off x="-3672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7" name=""/>
            <p:cNvSpPr/>
            <p:nvPr/>
          </p:nvSpPr>
          <p:spPr>
            <a:xfrm flipH="1">
              <a:off x="665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8" name=""/>
            <p:cNvSpPr/>
            <p:nvPr/>
          </p:nvSpPr>
          <p:spPr>
            <a:xfrm flipH="1">
              <a:off x="-360720" y="4914000"/>
              <a:ext cx="701640" cy="701640"/>
            </a:xfrm>
            <a:custGeom>
              <a:avLst/>
              <a:gdLst>
                <a:gd name="textAreaLeft" fmla="*/ -360 w 701640"/>
                <a:gd name="textAreaRight" fmla="*/ 70200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sp>
          <p:nvSpPr>
            <p:cNvPr id="259" name=""/>
            <p:cNvSpPr/>
            <p:nvPr/>
          </p:nvSpPr>
          <p:spPr>
            <a:xfrm flipH="1">
              <a:off x="341280" y="491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noFill/>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ffff"/>
                </a:solidFill>
                <a:effectLst/>
                <a:uFillTx/>
                <a:latin typeface="Arial"/>
                <a:ea typeface="DejaVu Sans"/>
              </a:endParaRPr>
            </a:p>
          </p:txBody>
        </p:sp>
        <p:sp>
          <p:nvSpPr>
            <p:cNvPr id="260" name=""/>
            <p:cNvSpPr/>
            <p:nvPr/>
          </p:nvSpPr>
          <p:spPr>
            <a:xfrm flipH="1">
              <a:off x="9089280" y="5454000"/>
              <a:ext cx="701640" cy="701640"/>
            </a:xfrm>
            <a:custGeom>
              <a:avLst/>
              <a:gdLst>
                <a:gd name="textAreaLeft" fmla="*/ 360 w 701640"/>
                <a:gd name="textAreaRight" fmla="*/ 702720 w 701640"/>
                <a:gd name="textAreaTop" fmla="*/ 0 h 701640"/>
                <a:gd name="textAreaBottom" fmla="*/ 702360 h 701640"/>
                <a:gd name="GluePoint1X" fmla="*/ 15 w 1506471"/>
                <a:gd name="GluePoint1Y" fmla="*/ 16 h 1310630"/>
                <a:gd name="GluePoint2X" fmla="*/ 17 w 1506471"/>
                <a:gd name="GluePoint2Y" fmla="*/ 18 h 1310630"/>
                <a:gd name="GluePoint3X" fmla="*/ 19 w 1506471"/>
                <a:gd name="GluePoint3Y" fmla="*/ 18 h 1310630"/>
                <a:gd name="GluePoint4X" fmla="*/ 20 w 1506471"/>
                <a:gd name="GluePoint4Y" fmla="*/ 16 h 1310630"/>
                <a:gd name="GluePoint5X" fmla="*/ 19 w 1506471"/>
                <a:gd name="GluePoint5Y" fmla="*/ 21 h 1310630"/>
                <a:gd name="GluePoint6X" fmla="*/ 17 w 1506471"/>
                <a:gd name="GluePoint6Y" fmla="*/ 21 h 1310630"/>
                <a:gd name="GluePoint7X" fmla="*/ 15 w 1506471"/>
                <a:gd name="GluePoint7Y" fmla="*/ 16 h 1310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txBody>
            <a:bodyPr lIns="0" rIns="0" tIns="0" bIns="0" anchor="ctr" anchorCtr="1">
              <a:noAutofit/>
            </a:bodyPr>
            <a:p>
              <a:pPr>
                <a:lnSpc>
                  <a:spcPct val="100000"/>
                </a:lnSpc>
              </a:pPr>
              <a:endParaRPr b="1" lang="hu-HU" sz="1400" strike="noStrike" u="none">
                <a:solidFill>
                  <a:srgbClr val="ffde59"/>
                </a:solidFill>
                <a:effectLst/>
                <a:uFillTx/>
                <a:latin typeface="Arial"/>
                <a:ea typeface="DejaVu Sans"/>
              </a:endParaRPr>
            </a:p>
          </p:txBody>
        </p:sp>
      </p:grpSp>
      <p:sp>
        <p:nvSpPr>
          <p:cNvPr id="261"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indent="0" algn="ctr">
              <a:lnSpc>
                <a:spcPct val="100000"/>
              </a:lnSpc>
              <a:buNone/>
              <a:tabLst>
                <a:tab algn="l" pos="0"/>
              </a:tabLst>
            </a:pPr>
            <a:r>
              <a:rPr b="0" lang="hu-HU" sz="3300" strike="noStrike" u="none">
                <a:solidFill>
                  <a:srgbClr val="ffffff"/>
                </a:solidFill>
                <a:effectLst/>
                <a:uFillTx/>
                <a:latin typeface="Arial"/>
              </a:rPr>
              <a:t>Címszöveg formátumának szerkesztése</a:t>
            </a:r>
            <a:endParaRPr b="0" lang="hu-HU" sz="3300" strike="noStrike" u="none">
              <a:solidFill>
                <a:srgbClr val="ffffff"/>
              </a:solidFill>
              <a:effectLst/>
              <a:uFillTx/>
              <a:latin typeface="Arial"/>
            </a:endParaRPr>
          </a:p>
        </p:txBody>
      </p:sp>
      <p:sp>
        <p:nvSpPr>
          <p:cNvPr id="262" name="PlaceHolder 2"/>
          <p:cNvSpPr>
            <a:spLocks noGrp="1"/>
          </p:cNvSpPr>
          <p:nvPr>
            <p:ph type="body"/>
          </p:nvPr>
        </p:nvSpPr>
        <p:spPr>
          <a:xfrm>
            <a:off x="504000" y="1326600"/>
            <a:ext cx="9071280" cy="3287880"/>
          </a:xfrm>
          <a:prstGeom prst="rect">
            <a:avLst/>
          </a:prstGeom>
          <a:noFill/>
          <a:ln w="0">
            <a:noFill/>
          </a:ln>
        </p:spPr>
        <p:txBody>
          <a:bodyPr lIns="0" rIns="0" tIns="0" bIns="0" anchor="t">
            <a:normAutofit/>
          </a:bodyPr>
          <a:p>
            <a:pPr marL="432000" indent="-324000">
              <a:lnSpc>
                <a:spcPct val="100000"/>
              </a:lnSpc>
              <a:spcAft>
                <a:spcPts val="1060"/>
              </a:spcAft>
              <a:buClr>
                <a:srgbClr val="ffffff"/>
              </a:buClr>
              <a:buSzPct val="45000"/>
              <a:buFont typeface="Wingdings" charset="2"/>
              <a:buChar char=""/>
            </a:pPr>
            <a:r>
              <a:rPr b="0" lang="hu-HU" sz="2400" strike="noStrike" u="none">
                <a:solidFill>
                  <a:srgbClr val="ffffff"/>
                </a:solidFill>
                <a:effectLst/>
                <a:uFillTx/>
                <a:latin typeface="Arial"/>
              </a:rPr>
              <a:t>Vázlatszöveg formátumának szerkesztése</a:t>
            </a:r>
            <a:endParaRPr b="0" lang="hu-HU" sz="2400" strike="noStrike" u="none">
              <a:solidFill>
                <a:srgbClr val="ffffff"/>
              </a:solidFill>
              <a:effectLst/>
              <a:uFillTx/>
              <a:latin typeface="Arial"/>
            </a:endParaRPr>
          </a:p>
          <a:p>
            <a:pPr lvl="1" marL="864000" indent="-324000">
              <a:lnSpc>
                <a:spcPct val="100000"/>
              </a:lnSpc>
              <a:spcAft>
                <a:spcPts val="850"/>
              </a:spcAft>
              <a:buClr>
                <a:srgbClr val="ffffff"/>
              </a:buClr>
              <a:buSzPct val="75000"/>
              <a:buFont typeface="Symbol" charset="2"/>
              <a:buChar char=""/>
            </a:pPr>
            <a:r>
              <a:rPr b="0" lang="hu-HU" sz="2100" strike="noStrike" u="none">
                <a:solidFill>
                  <a:srgbClr val="ffffff"/>
                </a:solidFill>
                <a:effectLst/>
                <a:uFillTx/>
                <a:latin typeface="Arial"/>
              </a:rPr>
              <a:t>Második vázlatszint</a:t>
            </a:r>
            <a:endParaRPr b="0" lang="hu-HU" sz="2100" strike="noStrike" u="none">
              <a:solidFill>
                <a:srgbClr val="ffffff"/>
              </a:solidFill>
              <a:effectLst/>
              <a:uFillTx/>
              <a:latin typeface="Arial"/>
            </a:endParaRPr>
          </a:p>
          <a:p>
            <a:pPr lvl="2" marL="1296000" indent="-288000">
              <a:lnSpc>
                <a:spcPct val="100000"/>
              </a:lnSpc>
              <a:spcAft>
                <a:spcPts val="635"/>
              </a:spcAft>
              <a:buClr>
                <a:srgbClr val="ffffff"/>
              </a:buClr>
              <a:buSzPct val="45000"/>
              <a:buFont typeface="Wingdings" charset="2"/>
              <a:buChar char=""/>
            </a:pPr>
            <a:r>
              <a:rPr b="0" lang="hu-HU" sz="1800" strike="noStrike" u="none">
                <a:solidFill>
                  <a:srgbClr val="ffffff"/>
                </a:solidFill>
                <a:effectLst/>
                <a:uFillTx/>
                <a:latin typeface="Arial"/>
              </a:rPr>
              <a:t>Harmadik vázlatszint</a:t>
            </a:r>
            <a:endParaRPr b="0" lang="hu-HU" sz="1800" strike="noStrike" u="none">
              <a:solidFill>
                <a:srgbClr val="ffffff"/>
              </a:solidFill>
              <a:effectLst/>
              <a:uFillTx/>
              <a:latin typeface="Arial"/>
            </a:endParaRPr>
          </a:p>
          <a:p>
            <a:pPr lvl="3" marL="1728000" indent="-216000">
              <a:lnSpc>
                <a:spcPct val="100000"/>
              </a:lnSpc>
              <a:spcAft>
                <a:spcPts val="422"/>
              </a:spcAft>
              <a:buClr>
                <a:srgbClr val="ffffff"/>
              </a:buClr>
              <a:buSzPct val="75000"/>
              <a:buFont typeface="Symbol" charset="2"/>
              <a:buChar char=""/>
            </a:pPr>
            <a:r>
              <a:rPr b="0" lang="hu-HU" sz="1500" strike="noStrike" u="none">
                <a:solidFill>
                  <a:srgbClr val="ffffff"/>
                </a:solidFill>
                <a:effectLst/>
                <a:uFillTx/>
                <a:latin typeface="Arial"/>
              </a:rPr>
              <a:t>Negyedik vázlatszint</a:t>
            </a:r>
            <a:endParaRPr b="0" lang="hu-HU" sz="1500" strike="noStrike" u="none">
              <a:solidFill>
                <a:srgbClr val="ffffff"/>
              </a:solidFill>
              <a:effectLst/>
              <a:uFillTx/>
              <a:latin typeface="Arial"/>
            </a:endParaRPr>
          </a:p>
          <a:p>
            <a:pPr lvl="4" marL="2160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Ötödik vázlatszint</a:t>
            </a:r>
            <a:endParaRPr b="0" lang="hu-HU" sz="1500" strike="noStrike" u="none">
              <a:solidFill>
                <a:srgbClr val="ffffff"/>
              </a:solidFill>
              <a:effectLst/>
              <a:uFillTx/>
              <a:latin typeface="Arial"/>
            </a:endParaRPr>
          </a:p>
          <a:p>
            <a:pPr lvl="5" marL="2592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Hatodik vázlatszint</a:t>
            </a:r>
            <a:endParaRPr b="0" lang="hu-HU" sz="1500" strike="noStrike" u="none">
              <a:solidFill>
                <a:srgbClr val="ffffff"/>
              </a:solidFill>
              <a:effectLst/>
              <a:uFillTx/>
              <a:latin typeface="Arial"/>
            </a:endParaRPr>
          </a:p>
          <a:p>
            <a:pPr lvl="6" marL="3024000" indent="-216000">
              <a:lnSpc>
                <a:spcPct val="100000"/>
              </a:lnSpc>
              <a:spcAft>
                <a:spcPts val="210"/>
              </a:spcAft>
              <a:buClr>
                <a:srgbClr val="ffffff"/>
              </a:buClr>
              <a:buSzPct val="45000"/>
              <a:buFont typeface="Wingdings" charset="2"/>
              <a:buChar char=""/>
            </a:pPr>
            <a:r>
              <a:rPr b="0" lang="hu-HU" sz="1500" strike="noStrike" u="none">
                <a:solidFill>
                  <a:srgbClr val="ffffff"/>
                </a:solidFill>
                <a:effectLst/>
                <a:uFillTx/>
                <a:latin typeface="Arial"/>
              </a:rPr>
              <a:t>Hetedik vázlatszint</a:t>
            </a:r>
            <a:endParaRPr b="0" lang="hu-HU" sz="1500" strike="noStrike" u="none">
              <a:solidFill>
                <a:srgbClr val="ffffff"/>
              </a:solidFill>
              <a:effectLst/>
              <a:uFillTx/>
              <a:latin typeface="Arial"/>
            </a:endParaRPr>
          </a:p>
        </p:txBody>
      </p:sp>
      <p:sp>
        <p:nvSpPr>
          <p:cNvPr id="263" name="PlaceHolder 3"/>
          <p:cNvSpPr>
            <a:spLocks noGrp="1"/>
          </p:cNvSpPr>
          <p:nvPr>
            <p:ph type="dt" idx="7"/>
          </p:nvPr>
        </p:nvSpPr>
        <p:spPr>
          <a:xfrm>
            <a:off x="342000" y="4914360"/>
            <a:ext cx="2400840" cy="701640"/>
          </a:xfrm>
          <a:prstGeom prst="rect">
            <a:avLst/>
          </a:prstGeom>
          <a:noFill/>
          <a:ln w="0">
            <a:noFill/>
          </a:ln>
        </p:spPr>
        <p:txBody>
          <a:bodyPr lIns="0" rIns="0" tIns="0" bIns="0" anchor="ctr">
            <a:noAutofit/>
          </a:bodyPr>
          <a:lstStyle>
            <a:lvl1pPr indent="0">
              <a:lnSpc>
                <a:spcPct val="100000"/>
              </a:lnSpc>
              <a:buNone/>
              <a:tabLst>
                <a:tab algn="l" pos="0"/>
              </a:tabLst>
              <a:defRPr b="0" lang="hu-HU" sz="1400" strike="noStrike" u="none">
                <a:solidFill>
                  <a:srgbClr val="ffffff"/>
                </a:solidFill>
                <a:effectLst/>
                <a:uFillTx/>
                <a:latin typeface="Arial"/>
              </a:defRPr>
            </a:lvl1pPr>
          </a:lstStyle>
          <a:p>
            <a:pPr indent="0">
              <a:lnSpc>
                <a:spcPct val="100000"/>
              </a:lnSpc>
              <a:buNone/>
              <a:tabLst>
                <a:tab algn="l" pos="0"/>
              </a:tabLst>
            </a:pPr>
            <a:r>
              <a:rPr b="0" lang="hu-HU" sz="1400" strike="noStrike" u="none">
                <a:solidFill>
                  <a:srgbClr val="ffffff"/>
                </a:solidFill>
                <a:effectLst/>
                <a:uFillTx/>
                <a:latin typeface="Arial"/>
              </a:rPr>
              <a:t>&lt;dátum/idő&gt;</a:t>
            </a:r>
            <a:endParaRPr b="0" lang="hu-HU" sz="1400" strike="noStrike" u="none">
              <a:solidFill>
                <a:srgbClr val="ffffff"/>
              </a:solidFill>
              <a:effectLst/>
              <a:uFillTx/>
              <a:latin typeface="Times New Roman"/>
            </a:endParaRPr>
          </a:p>
        </p:txBody>
      </p:sp>
      <p:sp>
        <p:nvSpPr>
          <p:cNvPr id="264" name="PlaceHolder 4"/>
          <p:cNvSpPr>
            <a:spLocks noGrp="1"/>
          </p:cNvSpPr>
          <p:nvPr>
            <p:ph type="ftr" idx="8"/>
          </p:nvPr>
        </p:nvSpPr>
        <p:spPr>
          <a:xfrm>
            <a:off x="2744640" y="4914000"/>
            <a:ext cx="4580640" cy="703800"/>
          </a:xfrm>
          <a:prstGeom prst="rect">
            <a:avLst/>
          </a:prstGeom>
          <a:noFill/>
          <a:ln w="0">
            <a:noFill/>
          </a:ln>
        </p:spPr>
        <p:txBody>
          <a:bodyPr lIns="0" rIns="0" tIns="0" bIns="0" anchor="ctr">
            <a:noAutofit/>
          </a:bodyPr>
          <a:lstStyle>
            <a:lvl1pPr indent="0" algn="ctr">
              <a:lnSpc>
                <a:spcPct val="100000"/>
              </a:lnSpc>
              <a:buNone/>
              <a:tabLst>
                <a:tab algn="l" pos="0"/>
              </a:tabLst>
              <a:defRPr b="0" lang="hu-HU" sz="1400" strike="noStrike" u="none">
                <a:solidFill>
                  <a:srgbClr val="ffffff"/>
                </a:solidFill>
                <a:effectLst/>
                <a:uFillTx/>
                <a:latin typeface="Arial"/>
              </a:defRPr>
            </a:lvl1pPr>
          </a:lstStyle>
          <a:p>
            <a:pPr indent="0" algn="ctr">
              <a:lnSpc>
                <a:spcPct val="100000"/>
              </a:lnSpc>
              <a:buNone/>
              <a:tabLst>
                <a:tab algn="l" pos="0"/>
              </a:tabLst>
            </a:pPr>
            <a:r>
              <a:rPr b="0" lang="hu-HU" sz="1400" strike="noStrike" u="none">
                <a:solidFill>
                  <a:srgbClr val="ffffff"/>
                </a:solidFill>
                <a:effectLst/>
                <a:uFillTx/>
                <a:latin typeface="Arial"/>
              </a:rPr>
              <a:t>&lt;élőláb&gt;</a:t>
            </a:r>
            <a:endParaRPr b="0" lang="hu-HU" sz="1400" strike="noStrike" u="none">
              <a:solidFill>
                <a:srgbClr val="ffffff"/>
              </a:solidFill>
              <a:effectLst/>
              <a:uFillTx/>
              <a:latin typeface="Times New Roman"/>
            </a:endParaRPr>
          </a:p>
        </p:txBody>
      </p:sp>
      <p:sp>
        <p:nvSpPr>
          <p:cNvPr id="265" name="PlaceHolder 5"/>
          <p:cNvSpPr>
            <a:spLocks noGrp="1"/>
          </p:cNvSpPr>
          <p:nvPr>
            <p:ph type="sldNum" idx="9"/>
          </p:nvPr>
        </p:nvSpPr>
        <p:spPr>
          <a:xfrm>
            <a:off x="8494200" y="4914000"/>
            <a:ext cx="1142640" cy="701640"/>
          </a:xfrm>
          <a:prstGeom prst="rect">
            <a:avLst/>
          </a:prstGeom>
          <a:noFill/>
          <a:ln w="0">
            <a:noFill/>
          </a:ln>
        </p:spPr>
        <p:txBody>
          <a:bodyPr lIns="0" rIns="0" tIns="0" bIns="0" anchor="ctr">
            <a:noAutofit/>
          </a:bodyPr>
          <a:lstStyle>
            <a:lvl1pPr indent="0" algn="ctr">
              <a:lnSpc>
                <a:spcPct val="100000"/>
              </a:lnSpc>
              <a:buNone/>
              <a:tabLst>
                <a:tab algn="l" pos="0"/>
              </a:tabLst>
              <a:defRPr b="0" lang="hu-HU" sz="1400" strike="noStrike" u="none">
                <a:solidFill>
                  <a:srgbClr val="ffffff"/>
                </a:solidFill>
                <a:effectLst/>
                <a:uFillTx/>
                <a:latin typeface="Arial"/>
              </a:defRPr>
            </a:lvl1pPr>
          </a:lstStyle>
          <a:p>
            <a:pPr indent="0" algn="ctr">
              <a:lnSpc>
                <a:spcPct val="100000"/>
              </a:lnSpc>
              <a:buNone/>
              <a:tabLst>
                <a:tab algn="l" pos="0"/>
              </a:tabLst>
            </a:pPr>
            <a:fld id="{6C6C8418-7A85-44A5-A23E-622445D319DC}" type="slidenum">
              <a:rPr b="0" lang="hu-HU" sz="1400" strike="noStrike" u="none">
                <a:solidFill>
                  <a:srgbClr val="ffffff"/>
                </a:solidFill>
                <a:effectLst/>
                <a:uFillTx/>
                <a:latin typeface="Arial"/>
              </a:rPr>
              <a:t>&lt;szám&gt;</a:t>
            </a:fld>
            <a:endParaRPr b="0" lang="hu-HU" sz="14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 id="2147483654"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540000" y="1979640"/>
            <a:ext cx="8999640" cy="1260360"/>
          </a:xfrm>
          <a:prstGeom prst="rect">
            <a:avLst/>
          </a:prstGeom>
          <a:noFill/>
          <a:ln w="0">
            <a:noFill/>
          </a:ln>
        </p:spPr>
        <p:txBody>
          <a:bodyPr lIns="0" rIns="0" tIns="0" bIns="0" anchor="ctr">
            <a:spAutoFit/>
          </a:bodyPr>
          <a:p>
            <a:pPr indent="0" algn="ctr">
              <a:lnSpc>
                <a:spcPct val="100000"/>
              </a:lnSpc>
              <a:spcBef>
                <a:spcPts val="1191"/>
              </a:spcBef>
              <a:spcAft>
                <a:spcPts val="992"/>
              </a:spcAft>
              <a:buNone/>
              <a:tabLst>
                <a:tab algn="l" pos="0"/>
              </a:tabLst>
            </a:pPr>
            <a:r>
              <a:rPr b="0" lang="hu-HU" sz="3600" strike="noStrike" u="none">
                <a:solidFill>
                  <a:srgbClr val="ffffff"/>
                </a:solidFill>
                <a:effectLst/>
                <a:uFillTx/>
                <a:latin typeface="Arial"/>
              </a:rPr>
              <a:t>Certificate Issuance Process</a:t>
            </a:r>
            <a:endParaRPr b="0" lang="hu-HU" sz="3600" strike="noStrike" u="none">
              <a:solidFill>
                <a:srgbClr val="ffffff"/>
              </a:solidFill>
              <a:effectLst/>
              <a:uFillTx/>
              <a:latin typeface="Arial"/>
            </a:endParaRPr>
          </a:p>
        </p:txBody>
      </p:sp>
      <p:sp>
        <p:nvSpPr>
          <p:cNvPr id="267" name="PlaceHolder 2"/>
          <p:cNvSpPr>
            <a:spLocks noGrp="1"/>
          </p:cNvSpPr>
          <p:nvPr>
            <p:ph type="subTitle"/>
          </p:nvPr>
        </p:nvSpPr>
        <p:spPr>
          <a:xfrm>
            <a:off x="540000" y="3419640"/>
            <a:ext cx="8999640" cy="900360"/>
          </a:xfrm>
          <a:prstGeom prst="rect">
            <a:avLst/>
          </a:prstGeom>
          <a:noFill/>
          <a:ln w="0">
            <a:noFill/>
          </a:ln>
        </p:spPr>
        <p:txBody>
          <a:bodyPr lIns="0" rIns="0" tIns="0" bIns="0" anchor="ctr">
            <a:spAutoFit/>
          </a:bodyPr>
          <a:p>
            <a:pPr indent="0" algn="ctr">
              <a:lnSpc>
                <a:spcPct val="100000"/>
              </a:lnSpc>
              <a:spcBef>
                <a:spcPts val="1191"/>
              </a:spcBef>
              <a:spcAft>
                <a:spcPts val="992"/>
              </a:spcAft>
              <a:buNone/>
              <a:tabLst>
                <a:tab algn="l" pos="0"/>
              </a:tabLst>
            </a:pPr>
            <a:r>
              <a:rPr b="0" lang="hu-HU" sz="1500" strike="noStrike" u="none">
                <a:solidFill>
                  <a:srgbClr val="ffffff"/>
                </a:solidFill>
                <a:effectLst/>
                <a:uFillTx/>
                <a:latin typeface="Arial"/>
              </a:rPr>
              <a:t>Transitioning orders from manual handling to fully automated issuance and renewal</a:t>
            </a:r>
            <a:endParaRPr b="0" lang="hu-HU"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540000" y="179640"/>
            <a:ext cx="8999640" cy="862920"/>
          </a:xfrm>
          <a:prstGeom prst="rect">
            <a:avLst/>
          </a:prstGeom>
          <a:noFill/>
          <a:ln w="0">
            <a:noFill/>
          </a:ln>
        </p:spPr>
        <p:txBody>
          <a:bodyPr lIns="0" rIns="0" tIns="0" bIns="0" anchor="ctr">
            <a:spAutoFit/>
          </a:bodyPr>
          <a:p>
            <a:pPr indent="0">
              <a:lnSpc>
                <a:spcPct val="100000"/>
              </a:lnSpc>
              <a:buNone/>
              <a:tabLst>
                <a:tab algn="l" pos="0"/>
              </a:tabLst>
            </a:pPr>
            <a:r>
              <a:rPr b="0" lang="hu-HU" sz="3300" strike="noStrike" u="none">
                <a:solidFill>
                  <a:srgbClr val="ffffff"/>
                </a:solidFill>
                <a:effectLst/>
                <a:uFillTx/>
                <a:latin typeface="Arial"/>
              </a:rPr>
              <a:t>The basic certificate order process:</a:t>
            </a:r>
            <a:endParaRPr b="0" lang="hu-HU" sz="3300" strike="noStrike" u="none">
              <a:solidFill>
                <a:srgbClr val="ffffff"/>
              </a:solidFill>
              <a:effectLst/>
              <a:uFillTx/>
              <a:latin typeface="Arial"/>
            </a:endParaRPr>
          </a:p>
        </p:txBody>
      </p:sp>
      <p:pic>
        <p:nvPicPr>
          <p:cNvPr id="269" name="" descr=""/>
          <p:cNvPicPr/>
          <p:nvPr/>
        </p:nvPicPr>
        <p:blipFill>
          <a:blip r:embed="rId1"/>
          <a:stretch/>
        </p:blipFill>
        <p:spPr>
          <a:xfrm>
            <a:off x="360000" y="1672560"/>
            <a:ext cx="1259640" cy="1207080"/>
          </a:xfrm>
          <a:prstGeom prst="rect">
            <a:avLst/>
          </a:prstGeom>
          <a:noFill/>
          <a:ln w="18000">
            <a:noFill/>
          </a:ln>
        </p:spPr>
      </p:pic>
      <p:pic>
        <p:nvPicPr>
          <p:cNvPr id="270" name="" descr=""/>
          <p:cNvPicPr/>
          <p:nvPr/>
        </p:nvPicPr>
        <p:blipFill>
          <a:blip r:embed="rId2"/>
          <a:stretch/>
        </p:blipFill>
        <p:spPr>
          <a:xfrm>
            <a:off x="6560280" y="1682280"/>
            <a:ext cx="999360" cy="1079640"/>
          </a:xfrm>
          <a:prstGeom prst="rect">
            <a:avLst/>
          </a:prstGeom>
          <a:noFill/>
          <a:ln w="18000">
            <a:noFill/>
          </a:ln>
        </p:spPr>
      </p:pic>
      <p:pic>
        <p:nvPicPr>
          <p:cNvPr id="271" name="" descr=""/>
          <p:cNvPicPr/>
          <p:nvPr/>
        </p:nvPicPr>
        <p:blipFill>
          <a:blip r:embed="rId3"/>
          <a:stretch/>
        </p:blipFill>
        <p:spPr>
          <a:xfrm>
            <a:off x="2482560" y="1620000"/>
            <a:ext cx="1117080" cy="1117080"/>
          </a:xfrm>
          <a:prstGeom prst="rect">
            <a:avLst/>
          </a:prstGeom>
          <a:noFill/>
          <a:ln w="18000">
            <a:noFill/>
          </a:ln>
        </p:spPr>
      </p:pic>
      <p:pic>
        <p:nvPicPr>
          <p:cNvPr id="272" name="" descr=""/>
          <p:cNvPicPr/>
          <p:nvPr/>
        </p:nvPicPr>
        <p:blipFill>
          <a:blip r:embed="rId4"/>
          <a:stretch/>
        </p:blipFill>
        <p:spPr>
          <a:xfrm>
            <a:off x="8460000" y="1800000"/>
            <a:ext cx="1079640" cy="1079640"/>
          </a:xfrm>
          <a:prstGeom prst="rect">
            <a:avLst/>
          </a:prstGeom>
          <a:noFill/>
          <a:ln w="18000">
            <a:noFill/>
          </a:ln>
        </p:spPr>
      </p:pic>
      <p:pic>
        <p:nvPicPr>
          <p:cNvPr id="273" name="" descr=""/>
          <p:cNvPicPr/>
          <p:nvPr/>
        </p:nvPicPr>
        <p:blipFill>
          <a:blip r:embed="rId5"/>
          <a:stretch/>
        </p:blipFill>
        <p:spPr>
          <a:xfrm>
            <a:off x="4500000" y="1620000"/>
            <a:ext cx="1166400" cy="1166400"/>
          </a:xfrm>
          <a:prstGeom prst="rect">
            <a:avLst/>
          </a:prstGeom>
          <a:noFill/>
          <a:ln w="18000">
            <a:noFill/>
          </a:ln>
        </p:spPr>
      </p:pic>
      <p:sp>
        <p:nvSpPr>
          <p:cNvPr id="274" name=""/>
          <p:cNvSpPr/>
          <p:nvPr/>
        </p:nvSpPr>
        <p:spPr>
          <a:xfrm>
            <a:off x="1800000" y="198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75" name=""/>
          <p:cNvSpPr/>
          <p:nvPr/>
        </p:nvSpPr>
        <p:spPr>
          <a:xfrm>
            <a:off x="3780000" y="198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76" name=""/>
          <p:cNvSpPr/>
          <p:nvPr/>
        </p:nvSpPr>
        <p:spPr>
          <a:xfrm>
            <a:off x="5760000" y="198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77" name=""/>
          <p:cNvSpPr/>
          <p:nvPr/>
        </p:nvSpPr>
        <p:spPr>
          <a:xfrm>
            <a:off x="7920000" y="198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78" name=""/>
          <p:cNvSpPr/>
          <p:nvPr/>
        </p:nvSpPr>
        <p:spPr>
          <a:xfrm flipH="1">
            <a:off x="7920000" y="252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79" name=""/>
          <p:cNvSpPr/>
          <p:nvPr/>
        </p:nvSpPr>
        <p:spPr>
          <a:xfrm flipH="1">
            <a:off x="5760000" y="252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80" name=""/>
          <p:cNvSpPr/>
          <p:nvPr/>
        </p:nvSpPr>
        <p:spPr>
          <a:xfrm flipH="1">
            <a:off x="3780000" y="252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81" name=""/>
          <p:cNvSpPr/>
          <p:nvPr/>
        </p:nvSpPr>
        <p:spPr>
          <a:xfrm flipH="1">
            <a:off x="1800000" y="252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82" name=""/>
          <p:cNvSpPr/>
          <p:nvPr/>
        </p:nvSpPr>
        <p:spPr>
          <a:xfrm>
            <a:off x="2700000" y="1260000"/>
            <a:ext cx="719640" cy="60192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CMP</a:t>
            </a:r>
            <a:endParaRPr b="0" lang="hu-HU" sz="1800" strike="noStrike" u="none">
              <a:solidFill>
                <a:srgbClr val="ffffff"/>
              </a:solidFill>
              <a:effectLst/>
              <a:uFillTx/>
              <a:latin typeface="Arial"/>
            </a:endParaRPr>
          </a:p>
        </p:txBody>
      </p:sp>
      <p:sp>
        <p:nvSpPr>
          <p:cNvPr id="283" name=""/>
          <p:cNvSpPr/>
          <p:nvPr/>
        </p:nvSpPr>
        <p:spPr>
          <a:xfrm>
            <a:off x="4320000" y="1260000"/>
            <a:ext cx="1439640" cy="34596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Middleware</a:t>
            </a:r>
            <a:endParaRPr b="0" lang="hu-HU" sz="1800" strike="noStrike" u="none">
              <a:solidFill>
                <a:srgbClr val="ffffff"/>
              </a:solidFill>
              <a:effectLst/>
              <a:uFillTx/>
              <a:latin typeface="Arial"/>
            </a:endParaRPr>
          </a:p>
        </p:txBody>
      </p:sp>
      <p:sp>
        <p:nvSpPr>
          <p:cNvPr id="284" name=""/>
          <p:cNvSpPr/>
          <p:nvPr/>
        </p:nvSpPr>
        <p:spPr>
          <a:xfrm>
            <a:off x="6300000" y="1260000"/>
            <a:ext cx="1439640" cy="60192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Venafi TPP</a:t>
            </a:r>
            <a:endParaRPr b="0" lang="hu-HU" sz="1800" strike="noStrike" u="none">
              <a:solidFill>
                <a:srgbClr val="ffffff"/>
              </a:solidFill>
              <a:effectLst/>
              <a:uFillTx/>
              <a:latin typeface="Arial"/>
            </a:endParaRPr>
          </a:p>
        </p:txBody>
      </p:sp>
      <p:sp>
        <p:nvSpPr>
          <p:cNvPr id="285" name=""/>
          <p:cNvSpPr/>
          <p:nvPr/>
        </p:nvSpPr>
        <p:spPr>
          <a:xfrm>
            <a:off x="7920000" y="1260000"/>
            <a:ext cx="2339640" cy="60192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Certificate Authority</a:t>
            </a:r>
            <a:endParaRPr b="0" lang="hu-HU" sz="1800" strike="noStrike" u="none">
              <a:solidFill>
                <a:srgbClr val="ffffff"/>
              </a:solidFill>
              <a:effectLst/>
              <a:uFillTx/>
              <a:latin typeface="Arial"/>
            </a:endParaRPr>
          </a:p>
        </p:txBody>
      </p:sp>
      <p:sp>
        <p:nvSpPr>
          <p:cNvPr id="286" name=""/>
          <p:cNvSpPr/>
          <p:nvPr/>
        </p:nvSpPr>
        <p:spPr>
          <a:xfrm>
            <a:off x="0" y="1260000"/>
            <a:ext cx="2159640" cy="3596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Application Owner</a:t>
            </a:r>
            <a:endParaRPr b="0" lang="hu-HU" sz="1800" strike="noStrike" u="none">
              <a:solidFill>
                <a:srgbClr val="ffffff"/>
              </a:solidFill>
              <a:effectLst/>
              <a:uFillTx/>
              <a:latin typeface="Arial"/>
            </a:endParaRPr>
          </a:p>
        </p:txBody>
      </p:sp>
      <p:sp>
        <p:nvSpPr>
          <p:cNvPr id="287" name=""/>
          <p:cNvSpPr/>
          <p:nvPr/>
        </p:nvSpPr>
        <p:spPr>
          <a:xfrm>
            <a:off x="89640" y="3060000"/>
            <a:ext cx="1799640" cy="14396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Orders the cert on the Citi Marketplace,</a:t>
            </a:r>
            <a:endParaRPr b="0" lang="hu-HU" sz="1800" strike="noStrike" u="none">
              <a:solidFill>
                <a:srgbClr val="ffffff"/>
              </a:solidFill>
              <a:effectLst/>
              <a:uFillTx/>
              <a:latin typeface="Arial"/>
            </a:endParaRPr>
          </a:p>
          <a:p>
            <a:pPr>
              <a:lnSpc>
                <a:spcPct val="100000"/>
              </a:lnSpc>
            </a:pPr>
            <a:r>
              <a:rPr b="0" lang="hu-HU" sz="1800" strike="noStrike" u="none">
                <a:solidFill>
                  <a:srgbClr val="ffffff"/>
                </a:solidFill>
                <a:effectLst/>
                <a:uFillTx/>
                <a:latin typeface="Arial"/>
              </a:rPr>
              <a:t>Receives it by email.</a:t>
            </a:r>
            <a:endParaRPr b="0" lang="hu-HU" sz="1800" strike="noStrike" u="none">
              <a:solidFill>
                <a:srgbClr val="ffffff"/>
              </a:solidFill>
              <a:effectLst/>
              <a:uFillTx/>
              <a:latin typeface="Arial"/>
            </a:endParaRPr>
          </a:p>
        </p:txBody>
      </p:sp>
      <p:sp>
        <p:nvSpPr>
          <p:cNvPr id="288" name=""/>
          <p:cNvSpPr/>
          <p:nvPr/>
        </p:nvSpPr>
        <p:spPr>
          <a:xfrm>
            <a:off x="2340000" y="3060000"/>
            <a:ext cx="1619640" cy="14396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Provides uniformized GUI and delivery.</a:t>
            </a:r>
            <a:endParaRPr b="0" lang="hu-HU" sz="1800" strike="noStrike" u="none">
              <a:solidFill>
                <a:srgbClr val="ffffff"/>
              </a:solidFill>
              <a:effectLst/>
              <a:uFillTx/>
              <a:latin typeface="Arial"/>
            </a:endParaRPr>
          </a:p>
        </p:txBody>
      </p:sp>
      <p:sp>
        <p:nvSpPr>
          <p:cNvPr id="289" name=""/>
          <p:cNvSpPr/>
          <p:nvPr/>
        </p:nvSpPr>
        <p:spPr>
          <a:xfrm>
            <a:off x="4140000" y="3060000"/>
            <a:ext cx="1799640" cy="14612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Validates requests against Citi inventories and rules.</a:t>
            </a:r>
            <a:endParaRPr b="0" lang="hu-HU" sz="1800" strike="noStrike" u="none">
              <a:solidFill>
                <a:srgbClr val="ffffff"/>
              </a:solidFill>
              <a:effectLst/>
              <a:uFillTx/>
              <a:latin typeface="Arial"/>
            </a:endParaRPr>
          </a:p>
        </p:txBody>
      </p:sp>
      <p:sp>
        <p:nvSpPr>
          <p:cNvPr id="290" name=""/>
          <p:cNvSpPr/>
          <p:nvPr/>
        </p:nvSpPr>
        <p:spPr>
          <a:xfrm>
            <a:off x="6120000" y="3060000"/>
            <a:ext cx="1979640" cy="173628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Generates keypair, CSR, send it to CA, put the issued certs to safe vault, and generate reports</a:t>
            </a:r>
            <a:endParaRPr b="0" lang="hu-HU" sz="1800" strike="noStrike" u="none">
              <a:solidFill>
                <a:srgbClr val="ffffff"/>
              </a:solidFill>
              <a:effectLst/>
              <a:uFillTx/>
              <a:latin typeface="Arial"/>
            </a:endParaRPr>
          </a:p>
        </p:txBody>
      </p:sp>
      <p:sp>
        <p:nvSpPr>
          <p:cNvPr id="291" name=""/>
          <p:cNvSpPr/>
          <p:nvPr/>
        </p:nvSpPr>
        <p:spPr>
          <a:xfrm>
            <a:off x="8460000" y="3060000"/>
            <a:ext cx="1259640" cy="8996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Sign the certificate</a:t>
            </a:r>
            <a:endParaRPr b="0" lang="hu-HU"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540000" y="179640"/>
            <a:ext cx="8999640" cy="862920"/>
          </a:xfrm>
          <a:prstGeom prst="rect">
            <a:avLst/>
          </a:prstGeom>
          <a:noFill/>
          <a:ln w="0">
            <a:noFill/>
          </a:ln>
        </p:spPr>
        <p:txBody>
          <a:bodyPr lIns="0" rIns="0" tIns="0" bIns="0" anchor="ctr">
            <a:spAutoFit/>
          </a:bodyPr>
          <a:p>
            <a:pPr indent="0">
              <a:lnSpc>
                <a:spcPct val="100000"/>
              </a:lnSpc>
              <a:buNone/>
              <a:tabLst>
                <a:tab algn="l" pos="0"/>
              </a:tabLst>
            </a:pPr>
            <a:r>
              <a:rPr b="0" lang="hu-HU" sz="3300" strike="noStrike" u="none">
                <a:solidFill>
                  <a:srgbClr val="ffffff"/>
                </a:solidFill>
                <a:effectLst/>
                <a:uFillTx/>
                <a:latin typeface="Arial"/>
              </a:rPr>
              <a:t>Improved delivery and auto renewal:</a:t>
            </a:r>
            <a:endParaRPr b="0" lang="hu-HU" sz="3300" strike="noStrike" u="none">
              <a:solidFill>
                <a:srgbClr val="ffffff"/>
              </a:solidFill>
              <a:effectLst/>
              <a:uFillTx/>
              <a:latin typeface="Arial"/>
            </a:endParaRPr>
          </a:p>
        </p:txBody>
      </p:sp>
      <p:pic>
        <p:nvPicPr>
          <p:cNvPr id="293" name="" descr=""/>
          <p:cNvPicPr/>
          <p:nvPr/>
        </p:nvPicPr>
        <p:blipFill>
          <a:blip r:embed="rId1"/>
          <a:stretch/>
        </p:blipFill>
        <p:spPr>
          <a:xfrm>
            <a:off x="360000" y="1672560"/>
            <a:ext cx="1259640" cy="1207080"/>
          </a:xfrm>
          <a:prstGeom prst="rect">
            <a:avLst/>
          </a:prstGeom>
          <a:noFill/>
          <a:ln w="18000">
            <a:noFill/>
          </a:ln>
        </p:spPr>
      </p:pic>
      <p:pic>
        <p:nvPicPr>
          <p:cNvPr id="294" name="" descr=""/>
          <p:cNvPicPr/>
          <p:nvPr/>
        </p:nvPicPr>
        <p:blipFill>
          <a:blip r:embed="rId2"/>
          <a:stretch/>
        </p:blipFill>
        <p:spPr>
          <a:xfrm>
            <a:off x="6120000" y="1682280"/>
            <a:ext cx="999360" cy="1079640"/>
          </a:xfrm>
          <a:prstGeom prst="rect">
            <a:avLst/>
          </a:prstGeom>
          <a:noFill/>
          <a:ln w="18000">
            <a:noFill/>
          </a:ln>
        </p:spPr>
      </p:pic>
      <p:pic>
        <p:nvPicPr>
          <p:cNvPr id="295" name="" descr=""/>
          <p:cNvPicPr/>
          <p:nvPr/>
        </p:nvPicPr>
        <p:blipFill>
          <a:blip r:embed="rId3"/>
          <a:stretch/>
        </p:blipFill>
        <p:spPr>
          <a:xfrm>
            <a:off x="8460000" y="1800000"/>
            <a:ext cx="1079640" cy="1079640"/>
          </a:xfrm>
          <a:prstGeom prst="rect">
            <a:avLst/>
          </a:prstGeom>
          <a:noFill/>
          <a:ln w="18000">
            <a:noFill/>
          </a:ln>
        </p:spPr>
      </p:pic>
      <p:sp>
        <p:nvSpPr>
          <p:cNvPr id="296" name=""/>
          <p:cNvSpPr/>
          <p:nvPr/>
        </p:nvSpPr>
        <p:spPr>
          <a:xfrm>
            <a:off x="2160000" y="197964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97" name=""/>
          <p:cNvSpPr/>
          <p:nvPr/>
        </p:nvSpPr>
        <p:spPr>
          <a:xfrm>
            <a:off x="5040000" y="198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98" name=""/>
          <p:cNvSpPr/>
          <p:nvPr/>
        </p:nvSpPr>
        <p:spPr>
          <a:xfrm>
            <a:off x="7560000" y="198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299" name=""/>
          <p:cNvSpPr/>
          <p:nvPr/>
        </p:nvSpPr>
        <p:spPr>
          <a:xfrm flipH="1">
            <a:off x="7560000" y="252000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300" name=""/>
          <p:cNvSpPr/>
          <p:nvPr/>
        </p:nvSpPr>
        <p:spPr>
          <a:xfrm flipH="1">
            <a:off x="5040000" y="251964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301" name=""/>
          <p:cNvSpPr/>
          <p:nvPr/>
        </p:nvSpPr>
        <p:spPr>
          <a:xfrm flipH="1">
            <a:off x="2160000" y="2470680"/>
            <a:ext cx="5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302" name=""/>
          <p:cNvSpPr/>
          <p:nvPr/>
        </p:nvSpPr>
        <p:spPr>
          <a:xfrm>
            <a:off x="3060000" y="1260000"/>
            <a:ext cx="2159640" cy="60192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Provisioning Portal</a:t>
            </a:r>
            <a:endParaRPr b="0" lang="hu-HU" sz="1800" strike="noStrike" u="none">
              <a:solidFill>
                <a:srgbClr val="ffffff"/>
              </a:solidFill>
              <a:effectLst/>
              <a:uFillTx/>
              <a:latin typeface="Arial"/>
            </a:endParaRPr>
          </a:p>
        </p:txBody>
      </p:sp>
      <p:sp>
        <p:nvSpPr>
          <p:cNvPr id="303" name=""/>
          <p:cNvSpPr/>
          <p:nvPr/>
        </p:nvSpPr>
        <p:spPr>
          <a:xfrm>
            <a:off x="5940000" y="1260000"/>
            <a:ext cx="1439640" cy="60192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Venafi TPP</a:t>
            </a:r>
            <a:endParaRPr b="0" lang="hu-HU" sz="1800" strike="noStrike" u="none">
              <a:solidFill>
                <a:srgbClr val="ffffff"/>
              </a:solidFill>
              <a:effectLst/>
              <a:uFillTx/>
              <a:latin typeface="Arial"/>
            </a:endParaRPr>
          </a:p>
        </p:txBody>
      </p:sp>
      <p:sp>
        <p:nvSpPr>
          <p:cNvPr id="304" name=""/>
          <p:cNvSpPr/>
          <p:nvPr/>
        </p:nvSpPr>
        <p:spPr>
          <a:xfrm>
            <a:off x="7920000" y="1260000"/>
            <a:ext cx="2339640" cy="60192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Certificate Authority</a:t>
            </a:r>
            <a:endParaRPr b="0" lang="hu-HU" sz="1800" strike="noStrike" u="none">
              <a:solidFill>
                <a:srgbClr val="ffffff"/>
              </a:solidFill>
              <a:effectLst/>
              <a:uFillTx/>
              <a:latin typeface="Arial"/>
            </a:endParaRPr>
          </a:p>
        </p:txBody>
      </p:sp>
      <p:sp>
        <p:nvSpPr>
          <p:cNvPr id="305" name=""/>
          <p:cNvSpPr/>
          <p:nvPr/>
        </p:nvSpPr>
        <p:spPr>
          <a:xfrm>
            <a:off x="0" y="1260000"/>
            <a:ext cx="2159640" cy="3596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Application Owner</a:t>
            </a:r>
            <a:endParaRPr b="0" lang="hu-HU" sz="1800" strike="noStrike" u="none">
              <a:solidFill>
                <a:srgbClr val="ffffff"/>
              </a:solidFill>
              <a:effectLst/>
              <a:uFillTx/>
              <a:latin typeface="Arial"/>
            </a:endParaRPr>
          </a:p>
        </p:txBody>
      </p:sp>
      <p:sp>
        <p:nvSpPr>
          <p:cNvPr id="306" name=""/>
          <p:cNvSpPr/>
          <p:nvPr/>
        </p:nvSpPr>
        <p:spPr>
          <a:xfrm>
            <a:off x="180000" y="3060000"/>
            <a:ext cx="2159640" cy="213768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Creates a profile, then receives certs delivered via ssl directly to application hosts.</a:t>
            </a:r>
            <a:endParaRPr b="0" lang="hu-HU" sz="1800" strike="noStrike" u="none">
              <a:solidFill>
                <a:srgbClr val="ffffff"/>
              </a:solidFill>
              <a:effectLst/>
              <a:uFillTx/>
              <a:latin typeface="Arial"/>
            </a:endParaRPr>
          </a:p>
        </p:txBody>
      </p:sp>
      <p:sp>
        <p:nvSpPr>
          <p:cNvPr id="307" name=""/>
          <p:cNvSpPr/>
          <p:nvPr/>
        </p:nvSpPr>
        <p:spPr>
          <a:xfrm>
            <a:off x="2700000" y="3060000"/>
            <a:ext cx="2880000" cy="173628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Provides user interfaces (www and REST API), hosts profile data, periodically renew certs, and delivers them directly to the client’s hosts.</a:t>
            </a:r>
            <a:endParaRPr b="0" lang="hu-HU" sz="1800" strike="noStrike" u="none">
              <a:solidFill>
                <a:srgbClr val="ffffff"/>
              </a:solidFill>
              <a:effectLst/>
              <a:uFillTx/>
              <a:latin typeface="Arial"/>
            </a:endParaRPr>
          </a:p>
        </p:txBody>
      </p:sp>
      <p:sp>
        <p:nvSpPr>
          <p:cNvPr id="308" name=""/>
          <p:cNvSpPr/>
          <p:nvPr/>
        </p:nvSpPr>
        <p:spPr>
          <a:xfrm>
            <a:off x="5760000" y="3081960"/>
            <a:ext cx="1979640" cy="213768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Generates keypair, CSR, send it to CA, put the issued certs to safe vault, and generate reports</a:t>
            </a:r>
            <a:endParaRPr b="0" lang="hu-HU" sz="1800" strike="noStrike" u="none">
              <a:solidFill>
                <a:srgbClr val="ffffff"/>
              </a:solidFill>
              <a:effectLst/>
              <a:uFillTx/>
              <a:latin typeface="Arial"/>
            </a:endParaRPr>
          </a:p>
        </p:txBody>
      </p:sp>
      <p:sp>
        <p:nvSpPr>
          <p:cNvPr id="309" name=""/>
          <p:cNvSpPr/>
          <p:nvPr/>
        </p:nvSpPr>
        <p:spPr>
          <a:xfrm>
            <a:off x="8460000" y="3060000"/>
            <a:ext cx="1619640" cy="14396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Sign the certificate</a:t>
            </a:r>
            <a:endParaRPr b="0" lang="hu-HU" sz="1800" strike="noStrike" u="none">
              <a:solidFill>
                <a:srgbClr val="ffffff"/>
              </a:solidFill>
              <a:effectLst/>
              <a:uFillTx/>
              <a:latin typeface="Arial"/>
            </a:endParaRPr>
          </a:p>
        </p:txBody>
      </p:sp>
      <p:pic>
        <p:nvPicPr>
          <p:cNvPr id="310" name="" descr=""/>
          <p:cNvPicPr/>
          <p:nvPr/>
        </p:nvPicPr>
        <p:blipFill>
          <a:blip r:embed="rId4"/>
          <a:stretch/>
        </p:blipFill>
        <p:spPr>
          <a:xfrm>
            <a:off x="3369240" y="1749240"/>
            <a:ext cx="1130400" cy="1130400"/>
          </a:xfrm>
          <a:prstGeom prst="rect">
            <a:avLst/>
          </a:prstGeom>
          <a:noFill/>
          <a:ln w="1800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540000" y="179640"/>
            <a:ext cx="8999640" cy="862920"/>
          </a:xfrm>
          <a:prstGeom prst="rect">
            <a:avLst/>
          </a:prstGeom>
          <a:noFill/>
          <a:ln w="0">
            <a:noFill/>
          </a:ln>
        </p:spPr>
        <p:txBody>
          <a:bodyPr lIns="0" rIns="0" tIns="0" bIns="0" anchor="ctr">
            <a:spAutoFit/>
          </a:bodyPr>
          <a:p>
            <a:pPr indent="0">
              <a:lnSpc>
                <a:spcPct val="100000"/>
              </a:lnSpc>
              <a:buNone/>
              <a:tabLst>
                <a:tab algn="l" pos="0"/>
              </a:tabLst>
            </a:pPr>
            <a:r>
              <a:rPr b="0" lang="hu-HU" sz="3300" strike="noStrike" u="none">
                <a:solidFill>
                  <a:srgbClr val="ffffff"/>
                </a:solidFill>
                <a:effectLst/>
                <a:uFillTx/>
                <a:latin typeface="Arial"/>
              </a:rPr>
              <a:t>A more quick, more reliable way:</a:t>
            </a:r>
            <a:endParaRPr b="0" lang="hu-HU" sz="3300" strike="noStrike" u="none">
              <a:solidFill>
                <a:srgbClr val="ffffff"/>
              </a:solidFill>
              <a:effectLst/>
              <a:uFillTx/>
              <a:latin typeface="Arial"/>
            </a:endParaRPr>
          </a:p>
        </p:txBody>
      </p:sp>
      <p:pic>
        <p:nvPicPr>
          <p:cNvPr id="312" name="" descr=""/>
          <p:cNvPicPr/>
          <p:nvPr/>
        </p:nvPicPr>
        <p:blipFill>
          <a:blip r:embed="rId1"/>
          <a:stretch/>
        </p:blipFill>
        <p:spPr>
          <a:xfrm>
            <a:off x="360000" y="1672560"/>
            <a:ext cx="1259640" cy="1207080"/>
          </a:xfrm>
          <a:prstGeom prst="rect">
            <a:avLst/>
          </a:prstGeom>
          <a:noFill/>
          <a:ln w="18000">
            <a:noFill/>
          </a:ln>
        </p:spPr>
      </p:pic>
      <p:pic>
        <p:nvPicPr>
          <p:cNvPr id="313" name="" descr=""/>
          <p:cNvPicPr/>
          <p:nvPr/>
        </p:nvPicPr>
        <p:blipFill>
          <a:blip r:embed="rId2"/>
          <a:stretch/>
        </p:blipFill>
        <p:spPr>
          <a:xfrm>
            <a:off x="8640000" y="2520360"/>
            <a:ext cx="999360" cy="1079640"/>
          </a:xfrm>
          <a:prstGeom prst="rect">
            <a:avLst/>
          </a:prstGeom>
          <a:noFill/>
          <a:ln w="18000">
            <a:noFill/>
          </a:ln>
        </p:spPr>
      </p:pic>
      <p:pic>
        <p:nvPicPr>
          <p:cNvPr id="314" name="" descr=""/>
          <p:cNvPicPr/>
          <p:nvPr/>
        </p:nvPicPr>
        <p:blipFill>
          <a:blip r:embed="rId3"/>
          <a:stretch/>
        </p:blipFill>
        <p:spPr>
          <a:xfrm>
            <a:off x="8280000" y="720000"/>
            <a:ext cx="1079640" cy="1079640"/>
          </a:xfrm>
          <a:prstGeom prst="rect">
            <a:avLst/>
          </a:prstGeom>
          <a:noFill/>
          <a:ln w="18000">
            <a:noFill/>
          </a:ln>
        </p:spPr>
      </p:pic>
      <p:sp>
        <p:nvSpPr>
          <p:cNvPr id="315" name=""/>
          <p:cNvSpPr/>
          <p:nvPr/>
        </p:nvSpPr>
        <p:spPr>
          <a:xfrm>
            <a:off x="1800000" y="1980000"/>
            <a:ext cx="2340000" cy="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316" name=""/>
          <p:cNvSpPr/>
          <p:nvPr/>
        </p:nvSpPr>
        <p:spPr>
          <a:xfrm flipV="1">
            <a:off x="5760000" y="1080000"/>
            <a:ext cx="2520000" cy="108000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317" name=""/>
          <p:cNvSpPr/>
          <p:nvPr/>
        </p:nvSpPr>
        <p:spPr>
          <a:xfrm flipH="1">
            <a:off x="5760000" y="1440000"/>
            <a:ext cx="2520000" cy="108000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318" name=""/>
          <p:cNvSpPr/>
          <p:nvPr/>
        </p:nvSpPr>
        <p:spPr>
          <a:xfrm flipH="1">
            <a:off x="1800000" y="2520000"/>
            <a:ext cx="2340000" cy="36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319" name=""/>
          <p:cNvSpPr/>
          <p:nvPr/>
        </p:nvSpPr>
        <p:spPr>
          <a:xfrm>
            <a:off x="3960000" y="1260000"/>
            <a:ext cx="2159640" cy="60192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Provisioning Portal</a:t>
            </a:r>
            <a:endParaRPr b="0" lang="hu-HU" sz="1800" strike="noStrike" u="none">
              <a:solidFill>
                <a:srgbClr val="ffffff"/>
              </a:solidFill>
              <a:effectLst/>
              <a:uFillTx/>
              <a:latin typeface="Arial"/>
            </a:endParaRPr>
          </a:p>
        </p:txBody>
      </p:sp>
      <p:sp>
        <p:nvSpPr>
          <p:cNvPr id="320" name=""/>
          <p:cNvSpPr/>
          <p:nvPr/>
        </p:nvSpPr>
        <p:spPr>
          <a:xfrm>
            <a:off x="7740000" y="355320"/>
            <a:ext cx="2339640" cy="36468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Certificate Authority</a:t>
            </a:r>
            <a:endParaRPr b="0" lang="hu-HU" sz="1800" strike="noStrike" u="none">
              <a:solidFill>
                <a:srgbClr val="ffffff"/>
              </a:solidFill>
              <a:effectLst/>
              <a:uFillTx/>
              <a:latin typeface="Arial"/>
            </a:endParaRPr>
          </a:p>
        </p:txBody>
      </p:sp>
      <p:sp>
        <p:nvSpPr>
          <p:cNvPr id="321" name=""/>
          <p:cNvSpPr/>
          <p:nvPr/>
        </p:nvSpPr>
        <p:spPr>
          <a:xfrm>
            <a:off x="0" y="1260000"/>
            <a:ext cx="2159640" cy="3596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Application Owner</a:t>
            </a:r>
            <a:endParaRPr b="0" lang="hu-HU" sz="1800" strike="noStrike" u="none">
              <a:solidFill>
                <a:srgbClr val="ffffff"/>
              </a:solidFill>
              <a:effectLst/>
              <a:uFillTx/>
              <a:latin typeface="Arial"/>
            </a:endParaRPr>
          </a:p>
        </p:txBody>
      </p:sp>
      <p:sp>
        <p:nvSpPr>
          <p:cNvPr id="322" name=""/>
          <p:cNvSpPr/>
          <p:nvPr/>
        </p:nvSpPr>
        <p:spPr>
          <a:xfrm>
            <a:off x="180000" y="3060000"/>
            <a:ext cx="2159640" cy="213768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Creates a profile, then receives certs delivered via ssl directly to application hosts</a:t>
            </a:r>
            <a:endParaRPr b="0" lang="hu-HU" sz="1800" strike="noStrike" u="none">
              <a:solidFill>
                <a:srgbClr val="ffffff"/>
              </a:solidFill>
              <a:effectLst/>
              <a:uFillTx/>
              <a:latin typeface="Arial"/>
            </a:endParaRPr>
          </a:p>
        </p:txBody>
      </p:sp>
      <p:sp>
        <p:nvSpPr>
          <p:cNvPr id="323" name=""/>
          <p:cNvSpPr/>
          <p:nvPr/>
        </p:nvSpPr>
        <p:spPr>
          <a:xfrm>
            <a:off x="2339640" y="3060000"/>
            <a:ext cx="5579640" cy="173628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Hosts profile data, periodically renew certs, and delivers them directly to the client’s hosts. Generates keypair, CSR, send it to CA, temporary store the certs to db (until Venafi TPP accepts them)</a:t>
            </a:r>
            <a:endParaRPr b="0" lang="hu-HU" sz="1800" strike="noStrike" u="none">
              <a:solidFill>
                <a:srgbClr val="ffffff"/>
              </a:solidFill>
              <a:effectLst/>
              <a:uFillTx/>
              <a:latin typeface="Arial"/>
            </a:endParaRPr>
          </a:p>
          <a:p>
            <a:pPr>
              <a:lnSpc>
                <a:spcPct val="100000"/>
              </a:lnSpc>
            </a:pPr>
            <a:r>
              <a:rPr b="0" lang="hu-HU" sz="1800" strike="noStrike" u="none">
                <a:solidFill>
                  <a:srgbClr val="ffffff"/>
                </a:solidFill>
                <a:effectLst/>
                <a:uFillTx/>
                <a:latin typeface="Arial"/>
              </a:rPr>
              <a:t>Also replaces the now obsolete Middleware in the future.</a:t>
            </a:r>
            <a:endParaRPr b="0" lang="hu-HU" sz="1800" strike="noStrike" u="none">
              <a:solidFill>
                <a:srgbClr val="ffffff"/>
              </a:solidFill>
              <a:effectLst/>
              <a:uFillTx/>
              <a:latin typeface="Arial"/>
            </a:endParaRPr>
          </a:p>
        </p:txBody>
      </p:sp>
      <p:sp>
        <p:nvSpPr>
          <p:cNvPr id="324" name=""/>
          <p:cNvSpPr/>
          <p:nvPr/>
        </p:nvSpPr>
        <p:spPr>
          <a:xfrm>
            <a:off x="5760000" y="2520000"/>
            <a:ext cx="2700000" cy="540000"/>
          </a:xfrm>
          <a:prstGeom prst="line">
            <a:avLst/>
          </a:prstGeom>
          <a:ln w="18000">
            <a:solidFill>
              <a:srgbClr val="ffbf00"/>
            </a:solidFill>
            <a:round/>
            <a:tailEnd len="med" type="triangle" w="med"/>
          </a:ln>
        </p:spPr>
        <p:style>
          <a:lnRef idx="0"/>
          <a:fillRef idx="0"/>
          <a:effectRef idx="0"/>
          <a:fontRef idx="minor"/>
        </p:style>
        <p:txBody>
          <a:bodyPr lIns="90000" rIns="90000" tIns="45000" bIns="45000" anchor="ctr">
            <a:noAutofit/>
          </a:bodyPr>
          <a:p>
            <a:endParaRPr b="0" lang="hu-HU" sz="1800" strike="noStrike" u="none">
              <a:solidFill>
                <a:srgbClr val="ffffff"/>
              </a:solidFill>
              <a:effectLst/>
              <a:uFillTx/>
              <a:latin typeface="Arial"/>
              <a:ea typeface="DejaVu Sans"/>
            </a:endParaRPr>
          </a:p>
        </p:txBody>
      </p:sp>
      <p:sp>
        <p:nvSpPr>
          <p:cNvPr id="325" name=""/>
          <p:cNvSpPr/>
          <p:nvPr/>
        </p:nvSpPr>
        <p:spPr>
          <a:xfrm>
            <a:off x="8460000" y="2160360"/>
            <a:ext cx="1439640" cy="359640"/>
          </a:xfrm>
          <a:prstGeom prst="rect">
            <a:avLst/>
          </a:prstGeom>
          <a:noFill/>
          <a:ln w="18000">
            <a:noFill/>
          </a:ln>
        </p:spPr>
        <p:style>
          <a:lnRef idx="0"/>
          <a:fillRef idx="0"/>
          <a:effectRef idx="0"/>
          <a:fontRef idx="minor"/>
        </p:style>
        <p:txBody>
          <a:bodyPr lIns="90000" rIns="90000" tIns="45000" bIns="45000" anchor="t">
            <a:spAutoFit/>
          </a:bodyPr>
          <a:p>
            <a:pPr>
              <a:lnSpc>
                <a:spcPct val="100000"/>
              </a:lnSpc>
            </a:pPr>
            <a:r>
              <a:rPr b="0" lang="hu-HU" sz="1800" strike="noStrike" u="none">
                <a:solidFill>
                  <a:srgbClr val="ffffff"/>
                </a:solidFill>
                <a:effectLst/>
                <a:uFillTx/>
                <a:latin typeface="Arial"/>
              </a:rPr>
              <a:t>Venafi TPP</a:t>
            </a:r>
            <a:endParaRPr b="0" lang="hu-HU" sz="1800" strike="noStrike" u="none">
              <a:solidFill>
                <a:srgbClr val="ffffff"/>
              </a:solidFill>
              <a:effectLst/>
              <a:uFillTx/>
              <a:latin typeface="Arial"/>
            </a:endParaRPr>
          </a:p>
        </p:txBody>
      </p:sp>
      <p:pic>
        <p:nvPicPr>
          <p:cNvPr id="326" name="" descr=""/>
          <p:cNvPicPr/>
          <p:nvPr/>
        </p:nvPicPr>
        <p:blipFill>
          <a:blip r:embed="rId4"/>
          <a:stretch/>
        </p:blipFill>
        <p:spPr>
          <a:xfrm>
            <a:off x="4499640" y="1861920"/>
            <a:ext cx="1080360" cy="1080360"/>
          </a:xfrm>
          <a:prstGeom prst="rect">
            <a:avLst/>
          </a:prstGeom>
          <a:noFill/>
          <a:ln w="0">
            <a:noFill/>
          </a:ln>
        </p:spPr>
      </p:pic>
      <p:sp>
        <p:nvSpPr>
          <p:cNvPr id="327" name=""/>
          <p:cNvSpPr txBox="1"/>
          <p:nvPr/>
        </p:nvSpPr>
        <p:spPr>
          <a:xfrm>
            <a:off x="8100000" y="3780000"/>
            <a:ext cx="1980720" cy="1114200"/>
          </a:xfrm>
          <a:prstGeom prst="rect">
            <a:avLst/>
          </a:prstGeom>
          <a:noFill/>
          <a:ln w="0">
            <a:noFill/>
          </a:ln>
        </p:spPr>
        <p:txBody>
          <a:bodyPr lIns="90000" rIns="90000" tIns="45000" bIns="45000" anchor="t">
            <a:spAutoFit/>
          </a:bodyPr>
          <a:p>
            <a:r>
              <a:rPr b="0" lang="hu-HU" sz="1800" strike="noStrike" u="none">
                <a:solidFill>
                  <a:srgbClr val="ffffff"/>
                </a:solidFill>
                <a:effectLst/>
                <a:uFillTx/>
                <a:latin typeface="Arial"/>
              </a:rPr>
              <a:t>Stores certs and private keys, do reporting.</a:t>
            </a:r>
            <a:endParaRPr b="0" lang="hu-HU"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504000" y="225720"/>
            <a:ext cx="9071280" cy="946440"/>
          </a:xfrm>
          <a:prstGeom prst="rect">
            <a:avLst/>
          </a:prstGeom>
          <a:noFill/>
          <a:ln w="0">
            <a:noFill/>
          </a:ln>
        </p:spPr>
        <p:txBody>
          <a:bodyPr lIns="0" rIns="0" tIns="0" bIns="0" anchor="ctr">
            <a:spAutoFit/>
          </a:bodyPr>
          <a:p>
            <a:pPr indent="0" algn="ctr">
              <a:buNone/>
            </a:pPr>
            <a:r>
              <a:rPr b="0" lang="hu-HU" sz="4400" strike="noStrike" u="none">
                <a:solidFill>
                  <a:srgbClr val="ffffff"/>
                </a:solidFill>
                <a:effectLst/>
                <a:uFillTx/>
                <a:latin typeface="Arial"/>
              </a:rPr>
              <a:t>The Provisioning portal</a:t>
            </a:r>
            <a:endParaRPr b="0" lang="hu-HU" sz="4400" strike="noStrike" u="none">
              <a:solidFill>
                <a:srgbClr val="ffffff"/>
              </a:solidFill>
              <a:effectLst/>
              <a:uFillTx/>
              <a:latin typeface="Arial"/>
            </a:endParaRPr>
          </a:p>
        </p:txBody>
      </p:sp>
      <p:sp>
        <p:nvSpPr>
          <p:cNvPr id="329" name="PlaceHolder 2"/>
          <p:cNvSpPr>
            <a:spLocks noGrp="1"/>
          </p:cNvSpPr>
          <p:nvPr>
            <p:ph/>
          </p:nvPr>
        </p:nvSpPr>
        <p:spPr>
          <a:xfrm>
            <a:off x="504000" y="1326600"/>
            <a:ext cx="2916000" cy="3287880"/>
          </a:xfrm>
          <a:prstGeom prst="rect">
            <a:avLst/>
          </a:prstGeom>
          <a:noFill/>
          <a:ln w="0">
            <a:noFill/>
          </a:ln>
        </p:spPr>
        <p:txBody>
          <a:bodyPr lIns="0" rIns="0" tIns="0" bIns="0" anchor="t">
            <a:normAutofit/>
          </a:bodyPr>
          <a:p>
            <a:pPr marL="432000" indent="-324000">
              <a:spcBef>
                <a:spcPts val="1191"/>
              </a:spcBef>
              <a:spcAft>
                <a:spcPts val="992"/>
              </a:spcAft>
              <a:buClr>
                <a:srgbClr val="ffffff"/>
              </a:buClr>
              <a:buSzPct val="45000"/>
              <a:buFont typeface="Wingdings" charset="2"/>
              <a:buChar char=""/>
            </a:pPr>
            <a:r>
              <a:rPr b="0" lang="hu-HU" sz="1800" strike="noStrike" u="none">
                <a:solidFill>
                  <a:srgbClr val="ffffff"/>
                </a:solidFill>
                <a:effectLst/>
                <a:uFillTx/>
                <a:latin typeface="Arial"/>
              </a:rPr>
              <a:t>Microservices architecture on an OpenShift cluster</a:t>
            </a:r>
            <a:endParaRPr b="0" lang="hu-HU" sz="18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1800" strike="noStrike" u="none">
                <a:solidFill>
                  <a:srgbClr val="ffffff"/>
                </a:solidFill>
                <a:effectLst/>
                <a:uFillTx/>
                <a:latin typeface="Arial"/>
              </a:rPr>
              <a:t>Implemented in Java; most services follow a reactive programming model</a:t>
            </a:r>
            <a:endParaRPr b="0" lang="hu-HU" sz="18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1800" strike="noStrike" u="none">
                <a:solidFill>
                  <a:srgbClr val="ffffff"/>
                </a:solidFill>
                <a:effectLst/>
                <a:uFillTx/>
                <a:latin typeface="Arial"/>
              </a:rPr>
              <a:t>Microservices exchange data via a shared MongoDB database</a:t>
            </a:r>
            <a:endParaRPr b="0" lang="hu-HU"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504000" y="225720"/>
            <a:ext cx="9071280" cy="946440"/>
          </a:xfrm>
          <a:prstGeom prst="rect">
            <a:avLst/>
          </a:prstGeom>
          <a:noFill/>
          <a:ln w="0">
            <a:noFill/>
          </a:ln>
        </p:spPr>
        <p:txBody>
          <a:bodyPr lIns="0" rIns="0" tIns="0" bIns="0" anchor="ctr">
            <a:spAutoFit/>
          </a:bodyPr>
          <a:p>
            <a:pPr indent="0" algn="ctr">
              <a:buNone/>
            </a:pPr>
            <a:r>
              <a:rPr b="0" lang="hu-HU" sz="4400" strike="noStrike" u="none">
                <a:solidFill>
                  <a:srgbClr val="ffffff"/>
                </a:solidFill>
                <a:effectLst/>
                <a:uFillTx/>
                <a:latin typeface="Arial"/>
              </a:rPr>
              <a:t>The UI-APP microservice</a:t>
            </a:r>
            <a:endParaRPr b="0" lang="hu-HU" sz="4400" strike="noStrike" u="none">
              <a:solidFill>
                <a:srgbClr val="ffffff"/>
              </a:solidFill>
              <a:effectLst/>
              <a:uFillTx/>
              <a:latin typeface="Arial"/>
            </a:endParaRPr>
          </a:p>
        </p:txBody>
      </p:sp>
      <p:sp>
        <p:nvSpPr>
          <p:cNvPr id="331" name="PlaceHolder 2"/>
          <p:cNvSpPr>
            <a:spLocks noGrp="1"/>
          </p:cNvSpPr>
          <p:nvPr>
            <p:ph/>
          </p:nvPr>
        </p:nvSpPr>
        <p:spPr>
          <a:xfrm>
            <a:off x="468720" y="1260000"/>
            <a:ext cx="9071280" cy="32878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hu-HU" sz="2200" strike="noStrike" u="none">
                <a:solidFill>
                  <a:srgbClr val="ffffff"/>
                </a:solidFill>
                <a:effectLst/>
                <a:uFillTx/>
                <a:latin typeface="Arial"/>
              </a:rPr>
              <a:t>Authenticates users via corporate SSO</a:t>
            </a:r>
            <a:endParaRPr b="0" lang="hu-HU" sz="2200" strike="noStrike" u="none">
              <a:solidFill>
                <a:srgbClr val="ffffff"/>
              </a:solidFill>
              <a:effectLst/>
              <a:uFillTx/>
              <a:latin typeface="Arial"/>
            </a:endParaRPr>
          </a:p>
          <a:p>
            <a:pPr marL="432000" indent="-324000">
              <a:spcBef>
                <a:spcPts val="1417"/>
              </a:spcBef>
              <a:buClr>
                <a:srgbClr val="ffffff"/>
              </a:buClr>
              <a:buSzPct val="45000"/>
              <a:buFont typeface="Wingdings" charset="2"/>
              <a:buChar char=""/>
            </a:pPr>
            <a:r>
              <a:rPr b="0" lang="hu-HU" sz="2200" strike="noStrike" u="none">
                <a:solidFill>
                  <a:srgbClr val="ffffff"/>
                </a:solidFill>
                <a:effectLst/>
                <a:uFillTx/>
                <a:latin typeface="Arial"/>
              </a:rPr>
              <a:t>Provides a web interface for customers and support users</a:t>
            </a:r>
            <a:endParaRPr b="0" lang="hu-HU" sz="2200" strike="noStrike" u="none">
              <a:solidFill>
                <a:srgbClr val="ffffff"/>
              </a:solidFill>
              <a:effectLst/>
              <a:uFillTx/>
              <a:latin typeface="Arial"/>
            </a:endParaRPr>
          </a:p>
          <a:p>
            <a:pPr marL="432000" indent="-324000">
              <a:spcBef>
                <a:spcPts val="1417"/>
              </a:spcBef>
              <a:buClr>
                <a:srgbClr val="ffffff"/>
              </a:buClr>
              <a:buSzPct val="45000"/>
              <a:buFont typeface="Wingdings" charset="2"/>
              <a:buChar char=""/>
            </a:pPr>
            <a:r>
              <a:rPr b="0" lang="hu-HU" sz="2200" strike="noStrike" u="none">
                <a:solidFill>
                  <a:srgbClr val="ffffff"/>
                </a:solidFill>
                <a:effectLst/>
                <a:uFillTx/>
                <a:latin typeface="Arial"/>
              </a:rPr>
              <a:t>Older pages rendered via server-side template engine; newer pages built with Angular</a:t>
            </a:r>
            <a:endParaRPr b="0" lang="hu-HU" sz="22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Persists new/updated user profiles to the database (no other business logic)</a:t>
            </a:r>
            <a:endParaRPr b="0" lang="hu-HU" sz="2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504000" y="225720"/>
            <a:ext cx="9071280" cy="946440"/>
          </a:xfrm>
          <a:prstGeom prst="rect">
            <a:avLst/>
          </a:prstGeom>
          <a:noFill/>
          <a:ln w="0">
            <a:noFill/>
          </a:ln>
        </p:spPr>
        <p:txBody>
          <a:bodyPr lIns="0" rIns="0" tIns="0" bIns="0" anchor="ctr">
            <a:spAutoFit/>
          </a:bodyPr>
          <a:p>
            <a:pPr indent="0" algn="ctr">
              <a:buNone/>
            </a:pPr>
            <a:r>
              <a:rPr b="0" lang="hu-HU" sz="4400" strike="noStrike" u="none">
                <a:solidFill>
                  <a:srgbClr val="ffffff"/>
                </a:solidFill>
                <a:effectLst/>
                <a:uFillTx/>
                <a:latin typeface="Arial"/>
              </a:rPr>
              <a:t>The General API microservice</a:t>
            </a:r>
            <a:endParaRPr b="0" lang="hu-HU" sz="4400" strike="noStrike" u="none">
              <a:solidFill>
                <a:srgbClr val="ffffff"/>
              </a:solidFill>
              <a:effectLst/>
              <a:uFillTx/>
              <a:latin typeface="Arial"/>
            </a:endParaRPr>
          </a:p>
        </p:txBody>
      </p:sp>
      <p:sp>
        <p:nvSpPr>
          <p:cNvPr id="333" name="PlaceHolder 2"/>
          <p:cNvSpPr>
            <a:spLocks noGrp="1"/>
          </p:cNvSpPr>
          <p:nvPr>
            <p:ph/>
          </p:nvPr>
        </p:nvSpPr>
        <p:spPr>
          <a:xfrm>
            <a:off x="540000" y="1260000"/>
            <a:ext cx="9071280" cy="3287880"/>
          </a:xfrm>
          <a:prstGeom prst="rect">
            <a:avLst/>
          </a:prstGeom>
          <a:noFill/>
          <a:ln w="0">
            <a:noFill/>
          </a:ln>
        </p:spPr>
        <p:txBody>
          <a:bodyPr lIns="0" rIns="0" tIns="0" bIns="0" anchor="t">
            <a:normAutofit/>
          </a:bodyPr>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Authenticates clients using mutual TLS (mTLS) client certificates</a:t>
            </a:r>
            <a:endParaRPr b="0" lang="hu-HU" sz="22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REST API for customers and automation orchestrators to list, create, edit, and archive provisioning profiles</a:t>
            </a:r>
            <a:endParaRPr b="0" lang="hu-HU" sz="22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API for host onboarding, consumed by Ansible playbooks </a:t>
            </a:r>
            <a:endParaRPr b="0" lang="hu-HU" sz="2200" strike="noStrike" u="none">
              <a:solidFill>
                <a:srgbClr val="ffffff"/>
              </a:solidFill>
              <a:effectLst/>
              <a:uFillTx/>
              <a:latin typeface="Arial"/>
            </a:endParaRPr>
          </a:p>
          <a:p>
            <a:pPr marL="432000" indent="-324000">
              <a:spcBef>
                <a:spcPts val="1417"/>
              </a:spcBef>
              <a:buClr>
                <a:srgbClr val="ffffff"/>
              </a:buClr>
              <a:buSzPct val="45000"/>
              <a:buFont typeface="Wingdings" charset="2"/>
              <a:buChar char=""/>
            </a:pPr>
            <a:r>
              <a:rPr b="0" lang="hu-HU" sz="2200" strike="noStrike" u="none">
                <a:solidFill>
                  <a:srgbClr val="ffffff"/>
                </a:solidFill>
                <a:effectLst/>
                <a:uFillTx/>
                <a:latin typeface="Arial"/>
              </a:rPr>
              <a:t>Persists new/updated user profiles to the database (no other business logic)</a:t>
            </a:r>
            <a:endParaRPr b="0" lang="hu-HU" sz="2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504000" y="225720"/>
            <a:ext cx="9071280" cy="946440"/>
          </a:xfrm>
          <a:prstGeom prst="rect">
            <a:avLst/>
          </a:prstGeom>
          <a:noFill/>
          <a:ln w="0">
            <a:noFill/>
          </a:ln>
        </p:spPr>
        <p:txBody>
          <a:bodyPr lIns="0" rIns="0" tIns="0" bIns="0" anchor="ctr">
            <a:spAutoFit/>
          </a:bodyPr>
          <a:p>
            <a:pPr indent="0" algn="ctr">
              <a:buNone/>
            </a:pPr>
            <a:r>
              <a:rPr b="0" lang="hu-HU" sz="4400" strike="noStrike" u="none">
                <a:solidFill>
                  <a:srgbClr val="ffffff"/>
                </a:solidFill>
                <a:effectLst/>
                <a:uFillTx/>
                <a:latin typeface="Arial"/>
              </a:rPr>
              <a:t>The Auth microservice</a:t>
            </a:r>
            <a:endParaRPr b="0" lang="hu-HU" sz="4400" strike="noStrike" u="none">
              <a:solidFill>
                <a:srgbClr val="ffffff"/>
              </a:solidFill>
              <a:effectLst/>
              <a:uFillTx/>
              <a:latin typeface="Arial"/>
            </a:endParaRPr>
          </a:p>
        </p:txBody>
      </p:sp>
      <p:sp>
        <p:nvSpPr>
          <p:cNvPr id="335" name="PlaceHolder 2"/>
          <p:cNvSpPr>
            <a:spLocks noGrp="1"/>
          </p:cNvSpPr>
          <p:nvPr>
            <p:ph/>
          </p:nvPr>
        </p:nvSpPr>
        <p:spPr>
          <a:xfrm>
            <a:off x="540000" y="1260000"/>
            <a:ext cx="9071280" cy="3287880"/>
          </a:xfrm>
          <a:prstGeom prst="rect">
            <a:avLst/>
          </a:prstGeom>
          <a:noFill/>
          <a:ln w="0">
            <a:noFill/>
          </a:ln>
        </p:spPr>
        <p:txBody>
          <a:bodyPr lIns="0" rIns="0" tIns="0" bIns="0" anchor="t">
            <a:normAutofit/>
          </a:bodyPr>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Authorizes users by retrieving group membership information from Active Directory</a:t>
            </a:r>
            <a:endParaRPr b="0" lang="hu-HU" sz="22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Connects to Citi inventories (e.g., D.R.I.F.T.) for validation; validation responses are cached in a local database</a:t>
            </a:r>
            <a:endParaRPr b="0" lang="hu-HU" sz="2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504000" y="225720"/>
            <a:ext cx="9071280" cy="946440"/>
          </a:xfrm>
          <a:prstGeom prst="rect">
            <a:avLst/>
          </a:prstGeom>
          <a:noFill/>
          <a:ln w="0">
            <a:noFill/>
          </a:ln>
        </p:spPr>
        <p:txBody>
          <a:bodyPr lIns="0" rIns="0" tIns="0" bIns="0" anchor="ctr">
            <a:spAutoFit/>
          </a:bodyPr>
          <a:p>
            <a:pPr indent="0" algn="ctr">
              <a:buNone/>
            </a:pPr>
            <a:r>
              <a:rPr b="0" lang="hu-HU" sz="4400" strike="noStrike" u="none">
                <a:solidFill>
                  <a:srgbClr val="ffffff"/>
                </a:solidFill>
                <a:effectLst/>
                <a:uFillTx/>
                <a:latin typeface="Arial"/>
              </a:rPr>
              <a:t>The Workflow microservice</a:t>
            </a:r>
            <a:endParaRPr b="0" lang="hu-HU" sz="4400" strike="noStrike" u="none">
              <a:solidFill>
                <a:srgbClr val="ffffff"/>
              </a:solidFill>
              <a:effectLst/>
              <a:uFillTx/>
              <a:latin typeface="Arial"/>
            </a:endParaRPr>
          </a:p>
        </p:txBody>
      </p:sp>
      <p:sp>
        <p:nvSpPr>
          <p:cNvPr id="337" name="PlaceHolder 2"/>
          <p:cNvSpPr>
            <a:spLocks noGrp="1"/>
          </p:cNvSpPr>
          <p:nvPr>
            <p:ph/>
          </p:nvPr>
        </p:nvSpPr>
        <p:spPr>
          <a:xfrm>
            <a:off x="540000" y="1260000"/>
            <a:ext cx="9071280" cy="3287880"/>
          </a:xfrm>
          <a:prstGeom prst="rect">
            <a:avLst/>
          </a:prstGeom>
          <a:noFill/>
          <a:ln w="0">
            <a:noFill/>
          </a:ln>
        </p:spPr>
        <p:txBody>
          <a:bodyPr lIns="0" rIns="0" tIns="0" bIns="0" anchor="t">
            <a:normAutofit/>
          </a:bodyPr>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Submits an approval request via the CMP API</a:t>
            </a:r>
            <a:endParaRPr b="0" lang="hu-HU" sz="22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When approval is received, sets the profile status to "ready-to-provision"</a:t>
            </a:r>
            <a:endParaRPr b="0" lang="hu-HU" sz="2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504000" y="225720"/>
            <a:ext cx="9071280" cy="946440"/>
          </a:xfrm>
          <a:prstGeom prst="rect">
            <a:avLst/>
          </a:prstGeom>
          <a:noFill/>
          <a:ln w="0">
            <a:noFill/>
          </a:ln>
        </p:spPr>
        <p:txBody>
          <a:bodyPr lIns="0" rIns="0" tIns="0" bIns="0" anchor="ctr">
            <a:spAutoFit/>
          </a:bodyPr>
          <a:p>
            <a:pPr indent="0" algn="ctr">
              <a:buNone/>
            </a:pPr>
            <a:r>
              <a:rPr b="0" lang="hu-HU" sz="4400" strike="noStrike" u="none">
                <a:solidFill>
                  <a:srgbClr val="ffffff"/>
                </a:solidFill>
                <a:effectLst/>
                <a:uFillTx/>
                <a:latin typeface="Arial"/>
              </a:rPr>
              <a:t>The Provisioning microservice</a:t>
            </a:r>
            <a:endParaRPr b="0" lang="hu-HU" sz="4400" strike="noStrike" u="none">
              <a:solidFill>
                <a:srgbClr val="ffffff"/>
              </a:solidFill>
              <a:effectLst/>
              <a:uFillTx/>
              <a:latin typeface="Arial"/>
            </a:endParaRPr>
          </a:p>
        </p:txBody>
      </p:sp>
      <p:sp>
        <p:nvSpPr>
          <p:cNvPr id="339" name="PlaceHolder 2"/>
          <p:cNvSpPr>
            <a:spLocks noGrp="1"/>
          </p:cNvSpPr>
          <p:nvPr>
            <p:ph/>
          </p:nvPr>
        </p:nvSpPr>
        <p:spPr>
          <a:xfrm>
            <a:off x="540000" y="1260000"/>
            <a:ext cx="9071280" cy="3287880"/>
          </a:xfrm>
          <a:prstGeom prst="rect">
            <a:avLst/>
          </a:prstGeom>
          <a:noFill/>
          <a:ln w="0">
            <a:noFill/>
          </a:ln>
        </p:spPr>
        <p:txBody>
          <a:bodyPr lIns="0" rIns="0" tIns="0" bIns="0" anchor="t">
            <a:normAutofit/>
          </a:bodyPr>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Picks up new, modified, or expiring profiles from the database and triggers Venafi TPP to request certificates from the Certificate Authority (CA)</a:t>
            </a:r>
            <a:endParaRPr b="0" lang="hu-HU" sz="22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Stores newly issued certificates in the database as delivery-items</a:t>
            </a:r>
            <a:endParaRPr b="0" lang="hu-HU" sz="2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504000" y="225720"/>
            <a:ext cx="9071280" cy="946440"/>
          </a:xfrm>
          <a:prstGeom prst="rect">
            <a:avLst/>
          </a:prstGeom>
          <a:noFill/>
          <a:ln w="0">
            <a:noFill/>
          </a:ln>
        </p:spPr>
        <p:txBody>
          <a:bodyPr lIns="0" rIns="0" tIns="0" bIns="0" anchor="ctr">
            <a:spAutoFit/>
          </a:bodyPr>
          <a:p>
            <a:pPr indent="0" algn="ctr">
              <a:buNone/>
            </a:pPr>
            <a:r>
              <a:rPr b="0" lang="hu-HU" sz="4400" strike="noStrike" u="none">
                <a:solidFill>
                  <a:srgbClr val="ffffff"/>
                </a:solidFill>
                <a:effectLst/>
                <a:uFillTx/>
                <a:latin typeface="Arial"/>
              </a:rPr>
              <a:t>The Delivery microservice</a:t>
            </a:r>
            <a:endParaRPr b="0" lang="hu-HU" sz="4400" strike="noStrike" u="none">
              <a:solidFill>
                <a:srgbClr val="ffffff"/>
              </a:solidFill>
              <a:effectLst/>
              <a:uFillTx/>
              <a:latin typeface="Arial"/>
            </a:endParaRPr>
          </a:p>
        </p:txBody>
      </p:sp>
      <p:sp>
        <p:nvSpPr>
          <p:cNvPr id="341" name="PlaceHolder 2"/>
          <p:cNvSpPr>
            <a:spLocks noGrp="1"/>
          </p:cNvSpPr>
          <p:nvPr>
            <p:ph/>
          </p:nvPr>
        </p:nvSpPr>
        <p:spPr>
          <a:xfrm>
            <a:off x="540000" y="1260000"/>
            <a:ext cx="9071280" cy="3287880"/>
          </a:xfrm>
          <a:prstGeom prst="rect">
            <a:avLst/>
          </a:prstGeom>
          <a:noFill/>
          <a:ln w="0">
            <a:noFill/>
          </a:ln>
        </p:spPr>
        <p:txBody>
          <a:bodyPr lIns="0" rIns="0" tIns="0" bIns="0" anchor="t">
            <a:normAutofit/>
          </a:bodyPr>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Retrieves newly issued certificates from the database and delivers them to target servers over TLS-secured connections</a:t>
            </a:r>
            <a:endParaRPr b="0" lang="hu-HU" sz="2200" strike="noStrike" u="none">
              <a:solidFill>
                <a:srgbClr val="ffffff"/>
              </a:solidFill>
              <a:effectLst/>
              <a:uFillTx/>
              <a:latin typeface="Arial"/>
            </a:endParaRPr>
          </a:p>
          <a:p>
            <a:pPr marL="432000" indent="0">
              <a:spcBef>
                <a:spcPts val="1417"/>
              </a:spcBef>
              <a:buNone/>
            </a:pPr>
            <a:endParaRPr b="0" lang="hu-HU" sz="2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504000" y="225720"/>
            <a:ext cx="9071280" cy="946440"/>
          </a:xfrm>
          <a:prstGeom prst="rect">
            <a:avLst/>
          </a:prstGeom>
          <a:noFill/>
          <a:ln w="0">
            <a:noFill/>
          </a:ln>
        </p:spPr>
        <p:txBody>
          <a:bodyPr lIns="0" rIns="0" tIns="0" bIns="0" anchor="ctr">
            <a:spAutoFit/>
          </a:bodyPr>
          <a:p>
            <a:pPr indent="0" algn="ctr">
              <a:buNone/>
            </a:pPr>
            <a:r>
              <a:rPr b="0" lang="hu-HU" sz="4400" strike="noStrike" u="none">
                <a:solidFill>
                  <a:srgbClr val="ffffff"/>
                </a:solidFill>
                <a:effectLst/>
                <a:uFillTx/>
                <a:latin typeface="Arial"/>
              </a:rPr>
              <a:t>Future modifications</a:t>
            </a:r>
            <a:endParaRPr b="0" lang="hu-HU" sz="4400" strike="noStrike" u="none">
              <a:solidFill>
                <a:srgbClr val="ffffff"/>
              </a:solidFill>
              <a:effectLst/>
              <a:uFillTx/>
              <a:latin typeface="Arial"/>
            </a:endParaRPr>
          </a:p>
        </p:txBody>
      </p:sp>
      <p:sp>
        <p:nvSpPr>
          <p:cNvPr id="343" name="PlaceHolder 2"/>
          <p:cNvSpPr>
            <a:spLocks noGrp="1"/>
          </p:cNvSpPr>
          <p:nvPr>
            <p:ph/>
          </p:nvPr>
        </p:nvSpPr>
        <p:spPr>
          <a:xfrm>
            <a:off x="540000" y="1326600"/>
            <a:ext cx="9071280" cy="3287880"/>
          </a:xfrm>
          <a:prstGeom prst="rect">
            <a:avLst/>
          </a:prstGeom>
          <a:noFill/>
          <a:ln w="0">
            <a:noFill/>
          </a:ln>
        </p:spPr>
        <p:txBody>
          <a:bodyPr lIns="0" rIns="0" tIns="0" bIns="0" anchor="t">
            <a:normAutofit lnSpcReduction="9999"/>
          </a:bodyPr>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Use stateless JWTs so UI-related functionality can be split into smaller microservices, allowing customer traffic to be served by multiple pods, even more than one instance of each</a:t>
            </a:r>
            <a:endParaRPr b="0" lang="hu-HU" sz="22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Delegate all validation to a shared validation microservice to simplify maintenance (validation rules are currently hardcoded in each service)</a:t>
            </a:r>
            <a:endParaRPr b="0" lang="hu-HU" sz="22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hu-HU" sz="2200" strike="noStrike" u="none">
                <a:solidFill>
                  <a:srgbClr val="ffffff"/>
                </a:solidFill>
                <a:effectLst/>
                <a:uFillTx/>
                <a:latin typeface="Arial"/>
              </a:rPr>
              <a:t>Connect directly to the Certificate Authority (CA) instead of Venafi to speed up certificate issuance; this new connector will also replace the now-obsolete Venafi middleware</a:t>
            </a:r>
            <a:endParaRPr b="0" lang="hu-HU" sz="2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1393</TotalTime>
  <Application>LibreOffice/25.2.7.2$Windows_X86_64 LibreOffice_project/5cbfd1ab6520636bb5f7b99185aa69bd7456825d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2026-02-03T08:14:59Z</dcterms:created>
  <dc:creator/>
  <dc:description>This work is licensed under a Creative Commons 0 License.
It makes use of the works of kka_libo_design@ashisuto.co.jp.</dc:description>
  <dc:language>hu-HU</dc:language>
  <cp:lastModifiedBy/>
  <dcterms:modified xsi:type="dcterms:W3CDTF">2026-02-04T10:20:56Z</dcterms:modified>
  <cp:revision>11</cp:revision>
  <dc:subject/>
  <dc:title>Beehive</dc:title>
</cp:coreProperties>
</file>

<file path=docProps/custom.xml><?xml version="1.0" encoding="utf-8"?>
<Properties xmlns="http://schemas.openxmlformats.org/officeDocument/2006/custom-properties" xmlns:vt="http://schemas.openxmlformats.org/officeDocument/2006/docPropsVTypes"/>
</file>